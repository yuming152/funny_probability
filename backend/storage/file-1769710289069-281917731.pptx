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86" r:id="rId4"/>
    <p:sldId id="287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3:4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24575,'690'0'0,"-658"-2"0,33-5 0,-41 3 0,-1 2 0,1 0 0,36 3 0,20 6 0,-29-3 0,0 2 0,54 13 0,-61-9 0,0-2 0,73 4 0,90-9 0,-168-4 0,84-8 0,3 0 0,-27 9-1365,-79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3:48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24575,'1'-2'0,"0"0"0,1 1 0,-1-1 0,1 0 0,-1 1 0,1-1 0,-1 1 0,1 0 0,0-1 0,0 1 0,0 0 0,0 0 0,0 0 0,0 0 0,0 1 0,0-1 0,3 0 0,7-2 0,0 1 0,13 0 0,0-1 0,85-17 0,86-11 0,103 26 0,-96 5 0,-62-8 0,30-1 0,57 10 0,-212 0 0,0 0 0,0 2 0,0 0 0,17 6 0,-15-4 0,1 0 0,25 2 0,-6-6 47,21 3-1459,-38 0-5414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3:5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3:5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3:58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00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02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01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0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17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24575,'5'1'0,"1"-1"0,-1 1 0,0 0 0,6 2 0,10 2 0,-2-1 0,-1 0 0,22 10 0,20 4 0,176 22 0,-150-28 0,176 10 0,1-21 0,-182-2 0,-50-1 0,0-2 0,0 0 0,43-13 0,-41 8 0,1 2 0,47-4 0,110 10 0,-116 2 0,1-2 0,91-15 0,-58-1 0,0 5 0,124 3 0,202 11-1365,-413-2-5461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1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24575,'188'-1'0,"200"3"0,-127 14 0,-247-15 0,1 0 0,-1 2 0,1-1 0,26 10 0,-23-7 0,1 0 0,0-1 0,39 2 0,59-6 0,-58-2 0,410 1 0,-400-2-1365,-42-1-5461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3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24575,'8'5'0,"0"1"0,-1-1 0,0 1 0,0 1 0,0-1 0,-1 1 0,0 0 0,-1 1 0,7 10 0,15 34 0,-16-30 0,0 0 0,2-1 0,0-1 0,18 22 0,-29-40 0,0 0 0,0 0 0,0 0 0,1 0 0,-1 0 0,1 0 0,0-1 0,-1 1 0,1-1 0,0 0 0,0 0 0,0 0 0,0 0 0,0 0 0,0 0 0,5 0 0,-3-2 0,-1 1 0,1 0 0,-1-1 0,1 0 0,-1 0 0,0 0 0,1-1 0,-1 0 0,0 1 0,6-5 0,2-2 0,1-1 0,-1 0 0,-1-1 0,1-1 0,15-19 0,11-22 0,-16 19 0,-16 25 0,-6 8 0,0 0 0,0 0 0,0 0 0,0 0 0,0 0 0,0 0 0,0 0 0,0 0 0,0 0 0,0 0 0,0 0 0,0 0 0,0 0 0,0 0 0,0 0 0,0 0 0,0 0 0,0 0 0,1 0 0,-1 0 0,0 0 0,0 0 0,0 1 0,0-1 0,0 0 0,0 0 0,0 0 0,0 0 0,0 0 0,0 0 0,0 0 0,0 0 0,0 0 0,-9 13 0,-63 77 0,61-78 0,-1 0 0,-1 0 0,0-2 0,-27 18 0,28-21 0,0 1 0,1 0 0,0 0 0,1 2 0,-13 13 0,-110 98-1365,105-97-5461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30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24575,'0'3'0,"3"7"0,7 5 0,2 2 0,1 3 0,3-1 0,0 7 0,2 1 0,-4-1 0,0-1 0,-2-3 0,1-2 0,0-1 0,0 2 0,2 4 0,-3-3-8191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32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7 24575,'0'-1'0,"-1"1"0,0-1 0,0 0 0,0 1 0,0-1 0,0 1 0,0-1 0,0 1 0,0 0 0,0-1 0,0 1 0,0 0 0,0 0 0,0 0 0,0 0 0,0 0 0,0 0 0,-1 0 0,1 0 0,-1 0 0,-23 8 0,20-6 0,-14 6 0,1 0 0,1 1 0,-1 1 0,2 1 0,-1 0 0,1 1 0,1 1 0,0 0 0,-24 30 0,-41 68 0,21-20 0,51-80-273,1 0 0,-1 0 0,-1-1 0,-10 9 0,2-2-6553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43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24575,'206'0'0,"-195"-1"0,0-1 0,-1 0 0,1 0 0,0-1 0,-1 0 0,0-1 0,0-1 0,17-8 0,-16 7 0,0 0 0,1 1 0,-1 1 0,1 0 0,0 0 0,18-2 0,174 3 0,-106 5 0,418-2 0,-503 1 0,0 0 0,1 0 0,-1 2 0,16 4 0,51 21 0,-50-17 0,2 2 0,-21-8 0,1-1 0,0 1 0,18 3 0,-22-6 0,0 0 0,0 1 0,0 0 0,0 0 0,0 1 0,-1 0 0,12 9 0,10 4 0,-21-13 0,0 0 0,0-1 0,0 0 0,0-1 0,0 0 0,1 0 0,11 0 0,64 0 0,-62-3 0,0 1 0,37 5 0,-12 1-398,1-2 0,63-2-1,-107-2 229,19 0-6656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47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24575,'6'0'0,"5"0"0,1 6 0,1 5 0,4 1 0,3-2 0,-3-6 0,-10-3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49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52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4:59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0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24575,'3'0'0,"4"0"0,3 0 0,10 0 0,4 0 0,1 0 0,5 0 0,4-3 0,-1-7 0,2-2 0,-1-2 0,-3 2 0,-8 3-8191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11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24575,'9'0'0,"6"3"0,4 0 0,10 1 0,4-1 0,4 2 0,15 13 0,1 2 0,0-1 0,-5-2 0,-8-3 0,-8-4 0,-9-3-8191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1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36 24575,'0'-1'0,"-1"0"0,1 1 0,0-1 0,-1 0 0,1 1 0,-1-1 0,1 0 0,-1 1 0,1-1 0,-1 1 0,1-1 0,-1 1 0,0 0 0,1-1 0,-1 1 0,0-1 0,1 1 0,-1 0 0,0 0 0,0-1 0,0 1 0,-21-6 0,19 5 0,-22-4 0,1 0 0,-1 1 0,0 2 0,0 1 0,0 0 0,-27 4 0,49-2 0,0 0 0,-1 0 0,1 0 0,0 0 0,0 0 0,0 0 0,0 1 0,0 0 0,0-1 0,1 1 0,-1 0 0,0 0 0,1 1 0,-1-1 0,1 0 0,0 1 0,0 0 0,0-1 0,0 1 0,1 0 0,-1 0 0,1 0 0,-1 0 0,1 0 0,-1 5 0,-2 7 0,1 1 0,0 0 0,1 0 0,1 17 0,0-14 0,-2 258 0,5-148 0,-2 76-1365,0-178-5461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1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24575,'7'0'0,"4"0"0,6 0 0,4 0 0,1-3 0,0-1 0,8 1 0,2 0 0,2 1 0,0 0 0,-2 1 0,-3 1 0,-4 0 0,-6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15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 24575,'0'1'0,"0"0"0,-1 0 0,1 0 0,0 0 0,0 0 0,-1 0 0,1 0 0,-1 0 0,1 0 0,-1 0 0,1 0 0,-1 0 0,0 0 0,1-1 0,-1 1 0,0 0 0,-1 1 0,-5 5 0,-64 100 0,30-44 0,21-34 0,2 1 0,1 1 0,1 1 0,2 0 0,2 1 0,-11 41 0,11-31 0,3 1 0,-4 52 0,9-65 0,-9 44 0,6-45 0,-3 46 0,9-62 0,-2 71 0,3-73 0,1 0 0,1-1 0,0 1 0,0 0 0,4 11 0,-4-19-136,-1 0-1,1 0 1,0 0-1,0 0 1,1-1-1,-1 1 1,1-1-1,0 1 0,5 4 1,9 5-6690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1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24575,'2'0'0,"0"0"0,-1 1 0,1-1 0,-1 1 0,1-1 0,-1 1 0,1-1 0,-1 1 0,1 0 0,-1 0 0,0 0 0,0 0 0,1 0 0,-1 0 0,0 0 0,1 2 0,17 21 0,-17-20 0,43 75 0,7 10 0,13 16 0,-63-102 0,0 0 0,0 0 0,1 0 0,-1 0 0,1 0 0,-1 0 0,1-1 0,0 0 0,0 1 0,0-1 0,6 3 0,-8-5 0,1 1 0,-1-1 0,0 0 0,1 0 0,-1 1 0,0-1 0,1 0 0,-1 0 0,0 0 0,1 0 0,-1-1 0,1 1 0,-1 0 0,0 0 0,0-1 0,1 1 0,-1-1 0,0 1 0,0-1 0,1 0 0,-1 1 0,0-1 0,0 0 0,0 0 0,0 0 0,0 0 0,0 0 0,0 0 0,0 0 0,-1 0 0,1 0 0,0 0 0,-1-1 0,2-1 0,2-6 0,-1 0 0,0 0 0,0 0 0,-1 0 0,0-1 0,1-15 0,4-16 0,9-27 0,-13 59 0,0 0 0,1 0 0,0 0 0,9-16 0,-13 26 0,0-1 0,0 0 0,0 0 0,0 0 0,0 0 0,0 0 0,0 1 0,0-1 0,0 0 0,0 0 0,0 0 0,0 0 0,0 0 0,0 0 0,1 0 0,-1 1 0,0-1 0,0 0 0,0 0 0,0 0 0,0 0 0,0 0 0,0 0 0,1 0 0,-1 0 0,0 0 0,0 0 0,0 0 0,0 0 0,0 0 0,1 0 0,-1 0 0,0 0 0,0 0 0,0 0 0,0 0 0,0 0 0,1 0 0,-1 0 0,0 0 0,0 0 0,0 0 0,0 0 0,0 0 0,0 0 0,1 0 0,-1 0 0,0 0 0,0 0 0,0 0 0,0 0 0,0-1 0,1 1 0,-3 17 0,-8 12 0,0 0 0,-23 44 0,-2 3 0,28-59 0,-7 16 0,1 0 0,-14 67 0,24-87 0,-1 0 0,0 0 0,-1 0 0,0-1 0,-10 18 0,-1-2 0,-24 29 0,36-51 0,-4 5 0,-1 0 0,-15 16 0,23-27-68,1 1 0,0-1-1,-1 0 1,1 0 0,-1 1 0,1-1-1,-1 0 1,1 1 0,-1-1 0,1 0-1,-1 0 1,1 0 0,-1 0 0,1 0-1,-1 0 1,1 1 0,-1-1-1,1 0 1,-1-1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25: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24575,'3'0'0,"0"1"0,0-1 0,1 1 0,-1 0 0,0 0 0,0 0 0,0 0 0,0 0 0,0 1 0,0-1 0,-1 1 0,1 0 0,0 0 0,-1 0 0,0 0 0,1 0 0,-1 0 0,0 1 0,0-1 0,0 1 0,0 0 0,1 3 0,2 3 0,0 0 0,-1 1 0,0 0 0,-1 0 0,4 17 0,31 112 0,-3-9 0,-30-103 0,0 1 0,1 52 0,-9 260-1365,3-308-5461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0:56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24575,'0'1015'0,"13"-805"1,17 1-1,-4-38-137,17 243-204,-12 500 1,-33-782 458,6 291 581,24-175-699,-6-76 0,-18-131 0,44 638 0,-39-345 0,0 93 0,-9 1077-2965,0 3523 3738,-42-4279-1396,24-575 613,-16 116 999,-29 0 756,38-194-1700,-18 131 1,21-28-1411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0:58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1 336 24575,'0'0'0,"0"-1"0,0 1 0,0 0 0,1-1 0,-1 1 0,0-1 0,0 1 0,0 0 0,1-1 0,-1 1 0,0 0 0,1-1 0,-1 1 0,0 0 0,1 0 0,-1-1 0,0 1 0,1 0 0,-1 0 0,0-1 0,1 1 0,-1 0 0,1 0 0,-1 0 0,1 0 0,-1 0 0,1 0 0,16-3 0,-14 3 0,286-9 0,-196 10 0,-35-1 0,469 6 0,-4 36 0,-370-26 0,189-6 0,1096-13-2105,-1376 4 2078,0-3 0,99-17 0,-34-3 900,136-7 0,-256 29-830,138-12 364,-105 7-412,64-17 0,200-57 5,-302 78 0,241-52 0,-2 0 0,48-9 0,5 33 0,4 28 0,-153 1 0,-18 0 0,173 21 0,109 24 0,144 12-394,-10 35-1,-236-41 395,5-30 0,-218-20 219,-2 4 0,94 17 1,-144-14-163,418 56 17,45-60-74,-305-6 0,1381 1-1187,-848 1 2374,-346-11-1470,-144 1-1019,623-3-1475,-416 9 2539,-309-4-45,-55 1 4287,-70 7-4863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0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24575,'0'4'0,"1"-1"0,0 0 0,0 0 0,0 0 0,0 0 0,0 0 0,1 0 0,2 4 0,2 4 0,36 70 0,58 126 0,-88-180 0,41 89 0,-44-98 0,-1 1 0,-1-1 0,-1 2 0,7 36 0,-6-27 0,10 30 0,-15-54 0,0 1 0,1 0 0,0-1 0,6 10 0,-9-14 0,1-1 0,-1 1 0,1 0 0,0 0 0,0 0 0,-1 0 0,1 0 0,0-1 0,0 1 0,0 0 0,0-1 0,0 1 0,0-1 0,0 1 0,0-1 0,0 1 0,0-1 0,0 0 0,0 1 0,0-1 0,1 0 0,-1 0 0,0 0 0,0 0 0,0 0 0,0 0 0,0 0 0,0 0 0,0-1 0,1 1 0,-1 0 0,0-1 0,1 0 0,2-2 0,0 0 0,0-1 0,-1 1 0,0-1 0,0 0 0,0 0 0,0 0 0,0-1 0,-1 1 0,4-8 0,-4 7 0,42-102 0,-32 73 0,1 2 0,28-51 0,95-130 0,-120 189 0,-2-2 0,18-41 0,-32 62 0,-4 9 0,-10 17 0,-245 417 0,224-376 0,-85 171 0,73-102 0,3-30 0,-66 161 0,92-206 21,8-25-714,-15 30 0,15-41-6133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05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78 130 24575,'0'3'0,"-1"1"0,1-1 0,-1 1 0,0-1 0,0 0 0,-3 7 0,-2 5 0,3-4 0,0 0 0,1 0 0,0 0 0,1 1 0,0-1 0,1 1 0,1-1 0,-1 0 0,2 1 0,4 20 0,-4-24 0,1-1 0,0 0 0,0 0 0,0 0 0,1 0 0,0-1 0,0 1 0,1-1 0,-1 0 0,1 0 0,1-1 0,-1 0 0,1 0 0,0 0 0,0 0 0,1-1 0,8 5 0,-9-6 0,-1-1 0,2 1 0,-1-1 0,0 0 0,0 0 0,1-1 0,-1 0 0,0 0 0,1 0 0,0-1 0,-1 0 0,1 0 0,10-2 0,-12 1 0,-1-1 0,0 1 0,0-1 0,0 0 0,0 0 0,0 0 0,0 0 0,0-1 0,-1 1 0,1-1 0,-1 0 0,0 0 0,0-1 0,0 1 0,0-1 0,0 1 0,-1-1 0,0 0 0,0 0 0,3-7 0,1-4 0,-2 0 0,0 0 0,0-1 0,-1 1 0,1-30 0,-6-82 0,0 92 0,2 18 0,0 10 0,0 0 0,-1 0 0,-1-9 0,2 14 0,-1 0 0,1 0 0,-1 1 0,0-1 0,1 0 0,-1 1 0,0-1 0,0 0 0,0 1 0,0-1 0,0 1 0,-1 0 0,1-1 0,0 1 0,-1 0 0,1 0 0,-3-2 0,-1 0 0,-1 1 0,0-1 0,0 1 0,0 1 0,0-1 0,0 1 0,0 0 0,-8 0 0,-52 1 0,43 1 0,0-1 0,4 0 0,-27 3 0,41-3 0,1 1 0,-1 0 0,0 0 0,1 1 0,-1-1 0,1 1 0,0 0 0,-1 0 0,1 1 0,-7 4 0,8-4 0,1 0 0,0 0 0,0 0 0,0 0 0,0 0 0,0 0 0,1 0 0,-1 1 0,1-1 0,0 1 0,0-1 0,0 1 0,0 6 0,-1 7 0,1 28 0,1-31 0,0 13 0,-1-9 0,1 1 0,0-1 0,2 1 0,4 22 0,-5-39 0,0 0 0,-1 0 0,1 0 0,0 0 0,0 0 0,0 0 0,0-1 0,1 1 0,-1 0 0,0-1 0,1 1 0,-1-1 0,1 0 0,-1 1 0,1-1 0,0 0 0,-1 0 0,1 0 0,0 0 0,0 0 0,0 0 0,0-1 0,0 1 0,0-1 0,0 1 0,0-1 0,0 0 0,0 1 0,0-1 0,0 0 0,0-1 0,0 1 0,0 0 0,3-1 0,-1 0 0,1 0 0,-1 0 0,0 0 0,0-1 0,0 1 0,0-1 0,0 0 0,0 0 0,0-1 0,-1 1 0,1-1 0,-1 0 0,1 0 0,-1 0 0,3-4 0,0-3 0,-1 1 0,-1-1 0,0 0 0,0 0 0,-1 0 0,0-1 0,-1 1 0,2-17 0,-1-9 0,-1-41 0,-1 66 0,-1 8 0,0 1 0,0-1 0,0 1 0,0-1 0,0 1 0,0-1 0,-1 1 0,1-1 0,-2-3 0,2 6 0,0 0 0,-1 0 0,1 0 0,0 0 0,0 0 0,0 0 0,0 0 0,0-1 0,0 1 0,0 0 0,0 0 0,0 0 0,0 0 0,-1 0 0,1 0 0,0 0 0,0 0 0,0 0 0,0 0 0,0 0 0,0 0 0,0 0 0,0 0 0,-1 0 0,1 0 0,0 0 0,0 0 0,0 0 0,0 0 0,0 1 0,0-1 0,0 0 0,0 0 0,0 0 0,0 0 0,-1 0 0,1 0 0,0 0 0,0 0 0,0 0 0,0 0 0,0 0 0,0 0 0,0 1 0,0-1 0,0 0 0,0 0 0,0 0 0,0 0 0,0 0 0,0 0 0,0 0 0,0 0 0,0 0 0,0 1 0,0-1 0,0 0 0,0 0 0,0 0 0,-4 12 0,1-1 0,0 1 0,0 0 0,1 0 0,1 0 0,0 16 0,-2 14 0,1-23 0,-6 66 0,8-77 0,0-1 0,1 1 0,0-1 0,0 1 0,0-1 0,1 0 0,0 1 0,6 11 0,-8-18 0,1 0 0,-1 0 0,1 0 0,-1 0 0,1-1 0,0 1 0,-1 0 0,1 0 0,0-1 0,-1 1 0,1 0 0,0-1 0,1 2 0,-1-2 0,-1 0 0,0 0 0,1 0 0,-1 0 0,1 0 0,-1 1 0,0-1 0,1 0 0,-1 0 0,0-1 0,1 1 0,-1 0 0,0 0 0,1 0 0,-1 0 0,1 0 0,-1 0 0,0 0 0,1-1 0,-1 1 0,0 0 0,0 0 0,1 0 0,-1-1 0,1 1 0,0-1 0,-1 0 0,1-1 0,0 1 0,0 0 0,0 0 0,-1-1 0,1 1 0,-1-1 0,1 1 0,-1 0 0,0-1 0,1 1 0,-1-1 0,0 1 0,0-1 0,0-1 0,0 2 0,0 0 0,-1 0 0,1 0 0,0 0 0,-1 0 0,1-1 0,-1 1 0,1 0 0,-1 0 0,1 0 0,-1 0 0,0 0 0,1 1 0,-1-1 0,0 0 0,0 0 0,0 0 0,0 1 0,0-1 0,0 0 0,-1 0 0,2 1 0,-1 0 0,1 0 0,0-1 0,-1 1 0,1 0 0,-1 0 0,1 0 0,0 0 0,-1 0 0,1 0 0,-1 0 0,1 0 0,-1 0 0,1 0 0,0 0 0,-1 0 0,1 0 0,-1 0 0,1 1 0,0-1 0,-1 0 0,1 0 0,-1 0 0,1 1 0,0-1 0,-1 0 0,1 0 0,0 1 0,0-1 0,-1 0 0,1 1 0,0-1 0,-1 0 0,1 1 0,0-1 0,0 0 0,0 1 0,0-1 0,-1 1 0,1-1 0,0 0 0,0 1 0,0-1 0,0 1 0,0-1 0,0 0 0,0 1 0,0-1 0,0 1 0,0-1 0,0 1 0,0-1 0,0 0 0,1 1 0,-1 1 0,0-1 0,1 1 0,-1-1 0,1 0 0,-1 1 0,1-1 0,-1 0 0,1 1 0,0-1 0,0 0 0,-1 0 0,1 0 0,0 0 0,0 0 0,0 0 0,1 0 0,-1 0 0,0 0 0,0 0 0,0-1 0,1 1 0,-1 0 0,0-1 0,2 1 0,2 1 0,0 0 0,-1-1 0,1 0 0,0 0 0,9 1 0,-9-2 0,0 0 0,0-1 0,0 1 0,0-1 0,-1 0 0,1 0 0,0-1 0,-1 0 0,1 1 0,-1-2 0,1 1 0,-1 0 0,0-1 0,0 0 0,0 0 0,0 0 0,-1 0 0,5-6 0,-3 4 0,-1-1 0,1 0 0,-2 0 0,1 0 0,0 0 0,-1 0 0,-1-1 0,1 1 0,-1-1 0,0 0 0,0 0 0,0-7 0,-1 13 0,-1 0 0,0-1 0,0 1 0,0 0 0,0 0 0,0 0 0,0 0 0,0 0 0,0 0 0,-1 0 0,1 0 0,0 0 0,-1 0 0,0-2 0,1 3 0,0 0 0,-1 0 0,1-1 0,0 1 0,0 0 0,-1 0 0,1 0 0,0 0 0,-1 0 0,1-1 0,0 1 0,-1 0 0,1 0 0,0 0 0,-1 0 0,1 0 0,0 0 0,-1 0 0,1 0 0,0 0 0,-1 0 0,1 0 0,0 1 0,0-1 0,-1 0 0,1 0 0,0 0 0,-1 0 0,1 0 0,-1 1 0,-2 1 0,1 0 0,-1 0 0,0 1 0,0-1 0,1 1 0,-1 0 0,-2 4 0,-2 4 0,0-1 0,-5 14 0,11-21 0,-1 1 0,0 0 0,1 0 0,0 0 0,0 0 0,0 0 0,1 0 0,-1 0 0,1 0 0,0 5 0,0-8 2,0 0 0,0-1-1,0 1 1,1 0 0,-1-1-1,0 1 1,0 0 0,1-1-1,-1 1 1,0 0 0,1-1-1,-1 1 1,0-1 0,1 1-1,-1-1 1,1 1 0,-1-1-1,1 1 1,-1-1 0,1 1-1,0-1 1,-1 0 0,1 1-1,-1-1 1,1 0 0,0 0-1,-1 1 1,1-1 0,0 0-1,-1 0 1,1 0 0,0 0-1,-1 0 1,1 0 0,0 0-1,0 0 1,-1 0 0,1 0-1,0 0 1,-1 0 0,1 0-1,0-1 1,-1 1 0,2-1-1,3-1-289,0 0 0,-1 0 0,1-1 0,6-3 0,14-13-6538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5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24575,'0'-6'0,"0"-6"0,9-2 0,6 0 0,9 3 0,13 3 0,3 3 0,-2 2 0,1 8 0,0 3 0,9 3 0,-1-1 0,-3-1 0,0-3 0,-4-2 0,-5-2 0,-7-1 0,-7-1-8191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5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24575,'9'0'0,"6"0"0,7 0 0,14 0 0,19 0 0,6 0 0,11 0 0,2 0 0,-9 0 0,-15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24575,'16'294'0,"-1"-85"0,6 5 0,-3-36 0,-16-125-1365,-2-29-5461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6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24575,'0'-3'0,"1"1"0,-1 0 0,1-1 0,0 1 0,0-1 0,0 1 0,0 0 0,0-1 0,0 1 0,1 0 0,-1 0 0,1 0 0,-1 0 0,1 0 0,0 1 0,0-1 0,0 0 0,2-1 0,4-3 0,1 0 0,18-8 0,83-33 0,-91 40 0,1 1 0,0 1 0,0 0 0,0 2 0,39-3 0,-23 3 0,366-24-1365,-376 27-5461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1 344 24575,'0'0'0,"1"0"0,0 0 0,0 0 0,0-1 0,0 1 0,0 0 0,0-1 0,0 1 0,0-1 0,0 1 0,-1-1 0,1 1 0,0-1 0,0 0 0,-1 1 0,1-1 0,0 0 0,-1 0 0,1 1 0,0-2 0,10-20 0,-8 14 0,-1 5 0,64-128 0,-48 98 0,45-57 0,-60 86 0,1 0 0,0 0 0,0 0 0,0 1 0,1 0 0,-1 0 0,1 0 0,0 0 0,0 1 0,0-1 0,0 1 0,0 1 0,0-1 0,1 1 0,-1 0 0,0 0 0,1 0 0,-1 1 0,1 0 0,-1 0 0,1 0 0,10 3 0,-6-1 0,0 0 0,0 1 0,0 1 0,0-1 0,-1 2 0,0-1 0,1 1 0,-1 1 0,-1-1 0,1 2 0,11 10 0,49 56 0,-3 3 0,87 130 0,-140-184 0,-1 0 0,0 1 0,-2 0 0,-1 0 0,-1 1 0,-1 1 0,-1-1 0,5 44 0,-4 16 0,-4 105 0,-4-135 0,1-32 0,-3 77 0,2-82 0,-2 1 0,0-1 0,-9 28 0,-11 17 0,11-30 0,1 0 0,-8 40 0,18-66 0,-1 1 0,1-1 0,-1 1 0,0-1 0,-1 0 0,0 0 0,0 0 0,0 0 0,-6 7 0,6-10 0,0 1 0,0-1 0,-1 0 0,1 0 0,-1 0 0,0-1 0,0 1 0,0-1 0,0 0 0,0 0 0,0 0 0,-1-1 0,1 1 0,-6 0 0,-8 1 0,-1-1 0,1-1 0,-1-1 0,1 0 0,-20-3 0,34 2 0,0 1 0,0-1 0,0 0 0,0 0 0,0-1 0,0 1 0,0-1 0,0 0 0,1 0 0,-1 0 0,1 0 0,-1-1 0,1 1 0,0-1 0,0 0 0,0 0 0,0 0 0,1 0 0,-1-1 0,-3-6 0,-1-3 0,1-1 0,1 0 0,0-1 0,-4-20 0,2 10 0,0-3 0,2-1 0,0 0 0,2 1 0,1-1 0,2 0 0,3-38 0,-2 63 0,-1 0 0,1 0 0,0 0 0,0 0 0,0 0 0,1 0 0,-1 0 0,1 0 0,0 0 0,0 1 0,0-1 0,1 1 0,4-6 0,-2 5 0,-1 0 0,1 0 0,0 0 0,0 1 0,0 0 0,1 0 0,-1 0 0,10-3 0,2 1 0,0 1 0,0 1 0,0 0 0,1 1 0,27 1 0,85 3-1365,-109-2-5461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605 143 24575,'-4'-6'0,"1"1"0,-1 0 0,0 0 0,0 0 0,0 0 0,-1 1 0,1 0 0,-9-6 0,-45-26 0,41 26 0,4 3 0,0 1 0,-1 0 0,0 0 0,0 1 0,0 1 0,-26-4 0,10 4 0,0 2 0,-39 3 0,-63 1 0,128-2 0,0 1 0,0-1 0,0 1 0,0 0 0,0 0 0,1 0 0,-1 1 0,0-1 0,1 1 0,-1 0 0,1 0 0,-1 0 0,1 0 0,0 1 0,0-1 0,0 1 0,0 0 0,0 0 0,1 0 0,-1 0 0,1 0 0,0 1 0,0-1 0,0 1 0,1-1 0,-3 7 0,0 5 0,0 0 0,1 1 0,0-1 0,2 1 0,-1 23 0,4 246 0,0-121 0,1-104 0,1 0 0,4 0 0,2 0 0,32 104 0,-30-118 0,-2 1 0,-1 1 0,-3-1 0,-2 1 0,-2 0 0,-6 72 0,1-98-1365,-1-3-5461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24575,'4'-4'0,"0"1"0,1-1 0,-1 1 0,1 0 0,0 0 0,0 1 0,1 0 0,-1 0 0,8-3 0,8 0 0,25-2 0,-25 4 0,89-14 0,81-13 0,-139 23-124,0 2-1,93 4 0,-97 1-866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5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24575,'644'0'0,"-627"0"0,111-4 0,-111 3 0,0-2 0,1 0 0,-1-1 0,0 0 0,18-9 0,-26 9 0,-1-1 0,1 0 0,-1-1 0,11-9 0,-13 10 0,1-1 0,1 1 0,-1 0 0,1 0 0,10-4 0,-2 4 0,-1 0 0,1 1 0,0 1 0,32-2 0,69 4 0,-59 3 0,377 37-727,-391-34 89,-2 1-6188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7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24575,'79'-46'0,"-61"33"0,2 1 0,0 1 0,29-12 0,-21 13 0,54-11 0,-72 19 0,-1 0 0,0 1 0,1 1 0,0 0 0,-1 0 0,1 1 0,-1 0 0,0 0 0,18 6 0,-22-5 0,-1 0 0,1 1 0,-1 0 0,0 0 0,0 0 0,0 0 0,0 0 0,0 1 0,-1 0 0,0-1 0,5 9 0,3 4 0,13 30 0,-22-42 0,8 19 0,-1 0 0,0 1 0,7 38 0,5 75 0,-16-72 0,-5 86 0,-2-62 0,2-78 0,-1 0 0,0 0 0,0 0 0,-1 0 0,-5 17 0,4-22 0,1 1 0,-1-1 0,-1 1 0,1-1 0,-1 0 0,0-1 0,0 1 0,-1-1 0,-10 10 0,3-4 0,-1-1 0,-1-1 0,0 0 0,0-1 0,-1-1 0,1 0 0,-2-1 0,1 0 0,-1-2 0,0 1 0,0-2 0,0 0 0,0-1 0,0-1 0,-25-1 0,36-1 0,0 0 0,0 0 0,-1 0 0,1-1 0,0 0 0,0 0 0,0 0 0,0-1 0,1 0 0,-1 0 0,1 0 0,0 0 0,-1-1 0,2 1 0,-1-1 0,0 0 0,-5-8 0,3 3 0,0 0 0,0-1 0,1 0 0,0 0 0,0 0 0,1-1 0,-4-17 0,6 23 0,1-1 0,0 1 0,0-1 0,1 1 0,-1-1 0,1 1 0,1-1 0,-1 0 0,1 1 0,0-1 0,0 1 0,0 0 0,1-1 0,-1 1 0,1 0 0,1 0 0,-1 0 0,1 0 0,0 0 0,0 1 0,0-1 0,1 1 0,-1 0 0,8-6 0,-2 1 0,9-7 0,25-18 0,-36 30 0,0-1 0,1 1 0,-1 1 0,1-1 0,0 1 0,0 1 0,12-4 0,41-5-1365,-45 8-5461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8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24575,'3'0'0,"4"0"0,10 0 0,5 0 0,1 0 0,-2 0-8191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5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24575,'2'0'0,"-1"0"0,1 1 0,-1-1 0,1 1 0,-1-1 0,1 1 0,-1 0 0,1-1 0,-1 1 0,0 0 0,1 0 0,-1 0 0,0 0 0,0 0 0,2 2 0,17 21 0,-14-15 0,152 210 0,5 9 0,-141-200 0,0 2 0,29 55 0,-47-76 0,-1 1 0,0 0 0,-1 0 0,0 0 0,-1 0 0,0 0 0,0 14 0,0-9 0,0 0 0,4 16 0,-1-12 0,-1-10 0,-1 1 0,0-1 0,0 13 0,-2-22-18,1 0-13,-1 1 0,0-1-1,0 0 1,0 1 0,0-1-1,0 0 1,0 1 0,0-1-1,0 0 1,0 1 0,0-1-1,0 0 1,0 1 0,0-1-1,0 0 1,0 1 0,0-1-1,0 0 1,0 1 0,0-1-1,0 0 1,0 1 0,-1-1-1,1 0 1,0 1 0,0-1-1,0 0 1,-1 0 0,1 1-1,0-1 1,0 0 0,-1 0-1,1 0 1,0 1 0,-1-1-1,1 0 1,0 0 0,0 0-1,-1 0 1,1 0 0,0 1-1,-1-1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0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0 24575,'0'9'0,"0"4"0,0 0 0,0 1 0,-1-1 0,-1 1 0,0-1 0,-1 0 0,-7 18 0,-4-1 0,-1-2 0,-2 0 0,-1 0 0,-28 31 0,7-8 0,-48 62 0,41-56 0,-54 87 0,26-27-1365,50-84-5461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3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24575,'5'179'0,"36"231"0,4 196 0,-38-436 0,0 42 0,-7-199 0,0 37 0,10 72 0,18 37 0,15 119 0,-18-46 0,4 65 0,-20-221 0,4-1 0,27 93 0,-39-165 0,11 49 0,8 83 0,-8 53 0,12 93 0,-1-159 0,12 93 0,-22 104 0,-5-158 0,1-13 0,-10 386-1365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4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0 24575,'-1'2'0,"1"0"0,-1 0 0,0 0 0,-1-1 0,1 1 0,0 0 0,0-1 0,-1 1 0,1-1 0,-1 1 0,0-1 0,-2 2 0,-1 2 0,-13 14 0,1 0 0,1 2 0,1 0 0,0 0 0,2 2 0,-13 28 0,2 5 0,-25 90 0,40-116 0,2 0 0,-6 42 0,12-63 0,1 0 0,-1 0 0,1 0 0,1 0 0,0 0 0,0 0 0,1 0 0,0 0 0,1 0 0,-1-1 0,2 1 0,6 12 0,1-4 67,20 23 0,2 2-1566,-20-22-5327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24575,'5'0'0,"12"6"0,6 6 0,1 2 0,7 12 0,-3 7 0,-3 2 0,-6-6-8191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6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24575,'3'6'0,"10"11"0,3 5 0,1 12 0,5 2 0,0-5 0,1-4 0,-2-1 0,-3-2 0,-2-2 0,-2-2 0,-2-1 0,0-1 0,3 0 0,3-1 0,-3-14 0,-5-15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0 24575,'-3'0'0,"-1"1"0,1 0 0,0-1 0,0 1 0,-1 0 0,1 1 0,0-1 0,0 0 0,0 1 0,0 0 0,1 0 0,-1 0 0,0 0 0,1 0 0,-1 0 0,-1 3 0,-4 4 0,1 0 0,0 0 0,-8 14 0,-15 31 0,3 1 0,2 2 0,2 0 0,3 2 0,3 0 0,2 1 0,-12 103 0,22-137 0,-1 0 0,-1 0 0,-2-1 0,-23 47 0,12-25 0,-3-2-1365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9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19 24575,'-1'0'0,"-1"0"0,1 0 0,0 1 0,-1-1 0,1 1 0,0-1 0,-1 1 0,1-1 0,0 1 0,0 0 0,0 0 0,0 0 0,0-1 0,0 1 0,0 0 0,0 0 0,0 0 0,0 1 0,0-1 0,-1 2 0,-13 29 0,13-27 0,-50 142 0,47-130 0,2 0 0,-1 1 0,2 0 0,1 0 0,0 0 0,3 32 0,-1-45 0,0-1 0,0 1 0,0-1 0,0 1 0,1-1 0,0 0 0,0 0 0,0 0 0,0 0 0,1 0 0,-1 0 0,1-1 0,0 1 0,6 4 0,-7-6 0,1 0 0,0 0 0,0 0 0,0 0 0,0 0 0,0-1 0,0 1 0,0-1 0,1 0 0,-1 0 0,0 0 0,1-1 0,-1 1 0,1-1 0,-1 0 0,1 0 0,-1 0 0,1 0 0,5-2 0,-6 1 0,0 0 0,0 0 0,0 0 0,-1-1 0,1 1 0,0-1 0,-1 0 0,1 1 0,-1-1 0,0-1 0,0 1 0,0 0 0,0 0 0,0-1 0,0 1 0,0-1 0,-1 1 0,1-1 0,-1 0 0,0 0 0,0 0 0,0 0 0,1-3 0,1-7 0,-1 1 0,0-1 0,-1 0 0,0-16 0,-5-111 0,4 133 0,-1 0 0,-1 0 0,1 0 0,-1 1 0,0-1 0,-1 0 0,-4-10 0,-3 1 0,-17-23 0,8 12 0,7 6-1365,5 4-5461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0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24575,'3'0'0,"2"3"0,-1 4 0,-1 3 0,-1 7 0,0 3 0,-2 1 0,1 0 0,-1 0 0,-9-4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24575,'0'9'0,"0"13"0,0 4 0,0 2 0,0-2 0,0 5 0,0-1 0,0-2 0,0-3 0,0 4 0,0-1 0,0 1 0,0 5 0,-3 3 0,-10 3 0,-6-2 0,1-12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2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24575,'3'2'0,"-1"0"0,0 1 0,0-1 0,0 1 0,0-1 0,0 1 0,0 0 0,-1 0 0,0 0 0,1 0 0,-1 0 0,0 0 0,0 3 0,4 6 0,147 403 0,-116-285 0,-36-127 0,1-1 0,0 1 0,0-1 0,1 0 0,-1 1 0,0-1 0,1 0 0,-1 0 0,4 4 0,-4-6 0,-1 0 0,0 1 0,1-1 0,-1 0 0,0 0 0,0 0 0,1 1 0,-1-1 0,0 0 0,1 0 0,-1 0 0,1 0 0,-1 0 0,0 0 0,1 0 0,-1 0 0,0 0 0,1 0 0,-1 0 0,0 0 0,1 0 0,-1 0 0,0 0 0,1 0 0,-1 0 0,0 0 0,1-1 0,0 0 0,0 1 0,0-1 0,0 0 0,-1 0 0,1 0 0,0 0 0,-1 0 0,1 0 0,0 0 0,-1 0 0,0 0 0,1 0 0,-1-2 0,8-26 0,-2-1 0,-1 0 0,1-50 0,-4 52 0,20-185 0,-19 203 0,1 15 0,1 23 0,2 322 0,-8-237 0,1-7 0,-15 106 0,11-187-455,-2 0 0,-14 40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3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24575,'-5'0'0,"-1"0"0,0 0 0,1 1 0,-1-1 0,1 1 0,-1 1 0,-10 3 0,13-4 0,1 1 0,-1-1 0,1 1 0,-1 0 0,1 0 0,0 0 0,-1 1 0,1-1 0,0 0 0,1 1 0,-1 0 0,0-1 0,1 1 0,-1 0 0,-1 5 0,-2 5 0,1 1 0,1-1 0,0 1 0,1 0 0,-1 20 0,6 71 0,-3-102 0,0 0 0,0 0 0,1 0 0,-1 0 0,1-1 0,0 1 0,0 0 0,0 0 0,0 0 0,1-1 0,-1 1 0,1-1 0,-1 1 0,1-1 0,0 1 0,4 2 0,-3-2 0,0-1 0,0 0 0,0-1 0,1 1 0,-1-1 0,1 1 0,-1-1 0,1 0 0,-1 0 0,1-1 0,0 1 0,7 0 0,-5-1 0,1 0 0,0 0 0,0 0 0,0-1 0,0 0 0,11-3 0,-16 3 0,1 0 0,-1 0 0,0 0 0,1 0 0,-1 0 0,0-1 0,0 1 0,0-1 0,0 0 0,0 0 0,0 0 0,0 1 0,-1-2 0,1 1 0,-1 0 0,0 0 0,1 0 0,-1-1 0,0 1 0,1-4 0,0-2 12,0 1 0,0-1 0,-1 0 0,1 0 0,-2 1 0,1-1 0,-1 0 0,-1 0 0,0-8 0,0 11-118,-1-1 0,1 1 0,-1 0 0,0 0 0,0-1 0,0 1-1,-1 1 1,1-1 0,-1 0 0,-1 1 0,1-1 0,-1 1 0,-6-6 0,-8-5-6720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4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24575,'0'0'0,"0"-1"0,0 1 0,0-1 0,0 1 0,1 0 0,-1-1 0,0 1 0,0 0 0,0-1 0,0 1 0,1 0 0,-1-1 0,0 1 0,0 0 0,1-1 0,-1 1 0,0 0 0,1 0 0,-1-1 0,0 1 0,1 0 0,-1 0 0,0 0 0,1-1 0,-1 1 0,0 0 0,1 0 0,-1 0 0,1 0 0,-1 0 0,0 0 0,1 0 0,-1 0 0,1 0 0,-1 0 0,0 0 0,1 0 0,-1 0 0,1 0 0,-1 0 0,0 0 0,1 1 0,-1-1 0,0 0 0,1 0 0,-1 0 0,1 1 0,20 9 0,-6 2 0,0 1 0,-1 0 0,17 19 0,36 51 0,-54-66 0,-2-2 0,-1 1 0,0 0 0,-2 0 0,0 0 0,0 1 0,4 19 0,23 109 0,-30-118 0,16 77 0,9 129 0,-27-161-1365,-1-9-5461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0 24575,'-1'14'0,"0"0"0,-1 1 0,0-1 0,-1-1 0,-1 1 0,-8 20 0,-40 75 0,32-71 0,-67 141 0,67-130 0,-25 86 0,32-75 0,2-1 0,-4 111 0,16 120 0,2-202 0,-3-66 0,4 54 0,-3-68 0,0 0 0,1 0 0,-1 0 0,2 0 0,-1-1 0,1 1 0,5 7 0,-7-12-80,1 0 0,0-1-1,0 1 1,0-1 0,1 0-1,-1 1 1,1-1 0,-1 0-1,1-1 1,0 1 0,-1 0 0,1-1-1,0 1 1,0-1 0,0 0-1,6 2 1,17 0-6746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24575,'20'28'0,"-7"-7"0,-2-8 0,30 39 0,-3 1 0,35 65 0,18 45 0,4 9 0,-24-33 0,-70-137-96,7 10 323,-8-11-257,0-1-1,0 0 1,0 0-1,0 0 1,0 0-1,1 1 0,-1-1 1,0 0-1,0 0 1,0 0-1,1 0 1,-1 0-1,0 1 1,0-1-1,0 0 1,1 0-1,-1 0 1,0 0-1,0 0 1,0 0-1,1 0 0,-1 0 1,0 0-1,0 0 1,1 0-1,-1 0 1,0 0-1,0 0 1,1 0-1,-1 0 1,0 0-1,0 0 1,0 0-1,1 0 0,-1 0 1,0-1-1,0 1 1,0 0-1,1 0 1,-1 0-1,0 0 1,0 0-1,0-1 1,0 1-1,1 0 1,-1 0-1,0 0 1,0-1-1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19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9 24575,'3'-9'0,"1"15"0,-6 25 0,-12 15 0,-9 19 0,-5 7 0,-5-3 0,2-7 0,3 1 0,7-8 0,4-9 0,5-4 0,-5-1 0,1-3 0,0-6 0,2-5 0,5-7-8191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0 24575,'-7'0'0,"0"1"0,0-1 0,0 1 0,0 0 0,0 0 0,1 1 0,-1 0 0,1 0 0,-1 1 0,1 0 0,0 0 0,0 0 0,0 1 0,0 0 0,1 0 0,-1 0 0,1 1 0,0 0 0,0 0 0,1 0 0,0 1 0,0-1 0,0 1 0,0 0 0,1 0 0,0 0 0,0 1 0,1-1 0,0 1 0,0-1 0,0 1 0,1 0 0,0 0 0,0 8 0,1-14 0,-1 13 0,0 0 0,1-1 0,1 1 0,3 15 0,-4-26 0,1 0 0,-1 0 0,1 0 0,0 0 0,0-1 0,0 1 0,1 0 0,-1 0 0,1-1 0,0 1 0,-1 0 0,1-1 0,0 0 0,0 1 0,1-1 0,-1 0 0,0 0 0,1 0 0,-1-1 0,1 1 0,0-1 0,0 1 0,-1-1 0,6 2 0,3-1 0,0 1 0,1-2 0,-1 0 0,20 0 0,-26-1 0,0 0 0,0 0 0,-1-1 0,1 0 0,0 0 0,-1 0 0,1 0 0,-1-1 0,0 0 0,1 0 0,-1 0 0,0 0 0,0-1 0,5-3 0,-9 5 0,1 0 0,0 0 0,0 0 0,-1 1 0,1-1 0,-1 0 0,1 0 0,-1 0 0,1 0 0,-1 0 0,1-1 0,-1 1 0,0 0 0,0 0 0,0 0 0,1 0 0,-1 0 0,0 0 0,0 0 0,-1 0 0,1-1 0,0 1 0,0 0 0,0 0 0,-1 0 0,1 0 0,0 0 0,-1 0 0,1 0 0,-2-1 0,-2-4 0,1 1 0,-1 0 0,0 0 0,-7-6 0,3 3 0,-39-43-1365,26 28-5461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24575,'0'3'0,"0"10"0,0 14 0,0 7 0,0 9 0,0-1 0,0 3 0,0-1 0,0-5 0,0-3 0,0-4 0,0 4 0,0-5-8191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24575,'5'0'0,"1"1"0,-1 0 0,0 0 0,0 0 0,0 1 0,0-1 0,0 1 0,0 0 0,0 1 0,-1-1 0,1 1 0,-1 0 0,5 3 0,7 8 0,-1 0 0,14 17 0,-6-6 0,-10-12 0,54 49 0,-61-57 0,0 0 0,1-1 0,0 1 0,0-1 0,1-1 0,-1 1 0,1-1 0,13 3 0,-19-5 0,0-1 0,0 0 0,0 0 0,0 0 0,1 0 0,-1 0 0,0 0 0,0 0 0,0 0 0,1-1 0,-1 0 0,0 1 0,0-1 0,0 0 0,0 0 0,0 0 0,0 0 0,2-1 0,-2-1 0,1 1 0,-1-1 0,1 0 0,-1 0 0,0 1 0,0-2 0,0 1 0,0 0 0,0 0 0,1-4 0,2-8 0,-1 0 0,-1 0 0,0 0 0,1-17 0,-3 24 0,5-55 0,3-26 0,-6 75 0,0 0 0,0 0 0,12-27 0,-15 40 0,0 0 0,1 0 0,-1-1 0,1 1 0,0 0 0,-1 0 0,1 0 0,0 0 0,0 0 0,-1 0 0,1 0 0,0 0 0,0 0 0,2 0 0,-3 1 0,0 0 0,1 0 0,-1 0 0,0 0 0,1 0 0,-1 0 0,0 0 0,1 0 0,-1 0 0,0 0 0,1 0 0,-1 0 0,0 1 0,1-1 0,-1 0 0,0 0 0,0 0 0,1 1 0,-1-1 0,0 0 0,0 0 0,1 1 0,-1-1 0,0 0 0,0 0 0,0 1 0,0-1 0,1 0 0,-1 1 0,0-1 0,0 0 0,0 1 0,2 5 0,-1-1 0,0 1 0,0-1 0,0 1 0,0 8 0,-1 15 0,-2 0 0,-8 46 0,-21 59 0,14-65 0,-41 164 0,-5 15 0,57-207-1365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2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82 24575,'-33'0'0,"14"-1"0,0 1 0,-1 1 0,-32 5 0,47-5 0,0 1 0,-1-1 0,1 1 0,0 0 0,0 1 0,0-1 0,0 1 0,0 0 0,1 0 0,-1 1 0,1-1 0,0 1 0,0 0 0,0 0 0,1 0 0,-1 1 0,-3 5 0,-1 9 0,0 0 0,1 0 0,0 0 0,2 1 0,-5 34 0,8-47 0,1 0 0,1 1 0,-1-1 0,1 1 0,0-1 0,1 0 0,0 1 0,2 7 0,-3-12 0,2 0 0,-1 1 0,0-1 0,1 0 0,-1 0 0,1 0 0,0 0 0,0 0 0,0 0 0,1-1 0,-1 1 0,1-1 0,-1 1 0,1-1 0,0 0 0,0 0 0,0 0 0,0 0 0,4 1 0,3 1 0,0-1 0,1 0 0,0-1 0,0 0 0,-1-1 0,1 0 0,15 0 0,-11-2 0,-1 0 0,1 0 0,-1-2 0,1 0 0,14-5 0,-24 6 0,1 0 0,-1 0 0,0-1 0,1 0 0,-1 0 0,-1 0 0,1-1 0,0 0 0,-1 1 0,0-2 0,0 1 0,0 0 0,0-1 0,-1 0 0,0 0 0,4-7 0,-3 3 0,-1 0 0,1-1 0,-2 1 0,0-1 0,0 1 0,0-1 0,-1 0 0,-1 0 0,0-13 0,-1 3 0,-1-1 0,-1 0 0,-11-37 0,11 48 0,0 1 0,-1-1 0,0 1 0,-1-1 0,0 1 0,0 1 0,-1-1 0,0 1 0,-14-15 0,-1 8-1365,2 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3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24575,'0'156'0,"-1"165"0,-15-104 0,-8-105 78,11-56-1521,6-26-5383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24575,'1'3'0,"0"0"0,1 0 0,0 0 0,-1-1 0,1 1 0,0-1 0,0 1 0,0-1 0,1 0 0,-1 0 0,6 4 0,5 5 0,7 10 0,-1 2 0,-1 0 0,-1 1 0,14 26 0,4 5 0,138 189 0,-158-219 0,-1 1 0,-1 0 0,12 38 0,12 25 0,5 4 0,11 23 0,-37-83 0,-2 0 0,-1 1 0,13 57 0,-18-61 0,-2-8 0,-1 1 0,5 39 0,-8-14 0,-2-20 0,2-1 0,5 30 0,5-4 0,14 79 0,-23-107 0,-1-1 0,-1 1 0,-3 36 0,0-39-120,1-2 246,-5 22 0,5-37-275,-1 0-1,1 0 0,-1 0 0,0 0 1,0 0-1,0-1 0,-1 1 0,1 0 1,-5 4-1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24159,'723'0'0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29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24575,'28'1'0,"1"0"0,53 11 0,-32-2 0,-10-3 0,61 20 0,13 9 0,-93-31 0,0-1 0,0-1 0,35 0 0,482-6 0,-487 6-1365,-29 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24575,'0'7'0,"1"0"0,0 0 0,0 0 0,0 0 0,1 0 0,0 0 0,0 0 0,1-1 0,0 1 0,5 8 0,4 3 0,0-1 0,18 18 0,12 17 0,35 48 0,24 35 0,-96-126 0,0 0 0,0 0 0,-1 1 0,0-1 0,-1 1 0,5 19 0,-7-23 0,-1 0 0,1-1 0,-1 1 0,0 0 0,0 0 0,-1-1 0,0 1 0,0 0 0,0-1 0,0 1 0,-1-1 0,0 1 0,0-1 0,-4 6 0,-1 0 15,0-1 0,-1 0 0,0-1 0,0 0 0,-1 0 0,-1-1 0,-10 8 0,2-3-386,0-2-1,-1 0 1,-24 10 0,12-8-6455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5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57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1 24575,'-46'0'0,"0"1"0,-70 12 0,92-8 0,-1 0 0,-34 14 0,52-16 0,0 0 0,0 0 0,0 1 0,1 0 0,-1 0 0,1 1 0,0 0 0,0 0 0,1 0 0,-1 1 0,1-1 0,-6 11 0,-2 8 0,1 1 0,1 1 0,1-1 0,-7 34 0,12-39 0,1 0 0,1 0 0,1 1 0,1-1 0,1 0 0,3 36 0,-2-50 0,0-1 0,0 1 0,0 0 0,1-1 0,0 1 0,0-1 0,0 0 0,0 1 0,1-1 0,0 0 0,0-1 0,1 1 0,-1 0 0,1-1 0,0 0 0,0 0 0,0 0 0,1 0 0,-1-1 0,1 0 0,0 1 0,0-2 0,0 1 0,0-1 0,1 0 0,-1 0 0,1 0 0,-1-1 0,1 1 0,0-1 0,-1-1 0,1 1 0,6-1 0,-2-2 0,0 0 0,0 0 0,-1-1 0,1 0 0,-1 0 0,11-7 0,-12 6 0,0 0 0,0 1 0,0 0 0,1 0 0,-1 1 0,1 0 0,0 0 0,10 0 0,-18 2 0,0 0 0,-1 0 0,1 0 0,0 0 0,0 0 0,-1 0 0,1 0 0,0 0 0,-1 0 0,1 0 0,0 1 0,-1-1 0,1 0 0,0 0 0,-1 1 0,1-1 0,-1 1 0,1-1 0,-1 0 0,1 1 0,-1-1 0,2 1 0,-2 0 0,0 0 0,0-1 0,0 1 0,0-1 0,0 1 0,0 0 0,0-1 0,0 1 0,0-1 0,-1 1 0,1-1 0,0 1 0,0-1 0,0 1 0,-1-1 0,1 1 0,0-1 0,-1 1 0,1-1 0,-1 2 0,-4 3 0,0 0 0,0 1 0,-7 4 0,8-6 0,-159 152 0,156-148 0,1 1 0,0-1 0,0 1 0,1 1 0,-6 14 0,-15 51 0,21-55 0,0 0 0,1 0 0,-1 25 0,4-33 0,1 0 0,0 0 0,1 0 0,0 0 0,1-1 0,6 22 0,-6-28 0,0 0 0,0 0 0,0-1 0,1 1 0,0-1 0,0 0 0,0 0 0,0 0 0,0 0 0,1 0 0,0-1 0,5 5 0,-3-4 0,0 0 0,1-1 0,-1 1 0,1-1 0,0-1 0,0 1 0,12 1 0,7 0 0,0-1 0,0-2 0,47-3 0,-44 1 0,-6 0 0,1-1 0,0-2 0,-1 0 0,0-2 0,0 0 0,33-14 0,16-12-1365,-45 18-5461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0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672 126 24575,'0'-1'0,"-1"-1"0,1 1 0,0 0 0,-1 0 0,1 0 0,-1-1 0,1 1 0,-1 0 0,1 0 0,-1 0 0,0 0 0,0 0 0,1 0 0,-1 0 0,0 0 0,-1 0 0,-19-15 0,14 10 0,-10-4 0,0-1 0,0 2 0,-1 0 0,0 2 0,-1-1 0,0 2 0,0 1 0,0 0 0,-24-2 0,-5 2 0,0 2 0,-80 5 0,117-1 0,-1 0 0,1 1 0,-1 1 0,1 0 0,0 0 0,0 1 0,-14 7 0,19-9 0,1 1 0,0 0 0,0 1 0,0-1 0,0 1 0,1 0 0,-1 0 0,1 1 0,0-1 0,1 1 0,-1 0 0,1 0 0,0 0 0,0 0 0,-4 11 0,2-1 0,2 0 0,0 1 0,-2 30 0,4 50 0,2-68 0,3 154 0,-2 337 0,-10-359 63,-1 66-1491,9-207-5398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0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24575,'155'-2'0,"164"4"0,-221 7 107,9-1-1579,-86-7-5354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0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3 24575,'0'0'0,"0"-1"0,0 1 0,0 0 0,0 0 0,0 0 0,0 0 0,0 0 0,0 0 0,0 0 0,0 0 0,0 0 0,0 0 0,0 0 0,0 0 0,0-1 0,0 1 0,0 0 0,0 0 0,0 0 0,0 0 0,0 0 0,0 0 0,-1 0 0,1 0 0,0 0 0,0 0 0,0 0 0,0 0 0,0 0 0,0 0 0,0 0 0,0 0 0,0 0 0,0 0 0,0 0 0,-1 0 0,1 0 0,0 0 0,0 0 0,0 0 0,0 0 0,0 0 0,0 0 0,0 0 0,0 0 0,0 0 0,0 0 0,0 0 0,0 0 0,-1 0 0,1 0 0,0 0 0,0 0 0,0 1 0,0-1 0,0 0 0,0 0 0,-7 5 0,-7 9 0,1 0 0,1 0 0,1 1 0,-16 27 0,11-17 0,-33 49 0,4 2 0,3 1 0,-44 116 0,49-79 0,-36 193 0,62-236 0,-3 106 0,14 72 0,1-173 0,-1-33 0,2 0 0,2-1 0,16 73 0,-16-99 0,1 0 0,1 0 0,1 0 0,0 0 0,0-1 0,2 0 0,0-1 0,1 0 0,0 0 0,1-1 0,0-1 0,17 15 0,-22-22-105,1 0 0,0 0 0,0-1 0,1 0 0,-1 0 0,1 0 0,0-1 0,0 0 0,0-1 0,0 0 0,1 0 0,12 1 0,3-2-6721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24575,'0'-1'0,"1"0"0,-1 0 0,1 0 0,-1 0 0,1 0 0,0 0 0,0 1 0,-1-1 0,1 0 0,0 0 0,0 0 0,0 1 0,0-1 0,0 1 0,0-1 0,0 0 0,0 1 0,0 0 0,0-1 0,0 1 0,0-1 0,0 1 0,0 0 0,0 0 0,0 0 0,0 0 0,1 0 0,-1 0 0,0 0 0,0 0 0,0 0 0,0 1 0,0-1 0,0 0 0,0 1 0,1-1 0,-1 0 0,0 1 0,1 0 0,4 3 0,0-1 0,-1 2 0,1-1 0,-1 0 0,7 7 0,25 30 0,-1 2 0,38 60 0,47 57 0,-93-129 0,36 41 0,12 15-1365,-50-57-5461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1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6 24575,'0'0'0,"0"0"0,0-1 0,0 1 0,0 0 0,0 0 0,0 0 0,0-1 0,0 1 0,0 0 0,0 0 0,-1 0 0,1-1 0,0 1 0,0 0 0,0 0 0,0 0 0,0-1 0,0 1 0,0 0 0,-1 0 0,1 0 0,0 0 0,0 0 0,0-1 0,0 1 0,-1 0 0,1 0 0,0 0 0,0 0 0,0 0 0,-1 0 0,1 0 0,0 0 0,0 0 0,0 0 0,-1 0 0,1 0 0,0 0 0,0 0 0,0 0 0,-1 0 0,1 0 0,0 0 0,0 0 0,0 0 0,-1 0 0,1 0 0,0 0 0,0 0 0,0 0 0,-1 0 0,1 1 0,0-1 0,0 0 0,-5 4 0,0 0 0,0 0 0,1 1 0,0-1 0,-1 1 0,2 0 0,-1 0 0,-4 8 0,5-8 0,-96 163 0,-14 21 0,67-115 0,-62 129 0,89-165 0,-10 22 0,26-52 0,0 0 0,1 0 0,0 0 0,1 0 0,0 0 0,-1 11 0,3 2-1365,0-2-5461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24575,'7'30'0,"0"23"0,-3-1 0,-3 57 0,-1-109 0,1 19 0,1 0 0,1 0 0,7 26 0,5 29 0,-11-14-1365,-3-36-5461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3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24575,'0'-4'0,"6"0"0,11 0 0,8 1 0,16 1 0,3 0 0,-3 1 0,-5 1 0,-5 0 0,-6 0 0,-4 0 0,1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0 24575,'-3'0'0,"-7"3"0,-14 2 0,-12-1 0,-11-1 0,-7-1 0,2 0 0,11 1 0,9 2 0,6-2 0,6 0 0,2-1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6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2 24575,'-29'0'0,"13"-1"0,-1 1 0,0 0 0,0 1 0,0 1 0,0 1 0,-31 9 0,-104 42 0,101-35 0,1 1 0,-75 44 0,120-61 0,0 0 0,-1 0 0,1 1 0,0 0 0,0 0 0,-7 8 0,11-11 0,0 0 0,1 0 0,-1 0 0,0 0 0,1 0 0,-1 0 0,1 0 0,-1 1 0,1-1 0,0 0 0,-1 0 0,1 1 0,0-1 0,0 0 0,0 0 0,0 2 0,0-1 0,1-1 0,-1 1 0,1-1 0,0 1 0,-1-1 0,1 0 0,0 1 0,0-1 0,0 0 0,0 0 0,0 1 0,0-1 0,0 0 0,0 0 0,0 0 0,0-1 0,2 2 0,9 6 0,1-1 0,-1-1 0,1 0 0,26 7 0,60 12 0,-59-16 0,9 1 0,-49-10 0,1 0 0,-1 0 0,0 0 0,0 0 0,0 0 0,0 1 0,0-1 0,1 0 0,-1 0 0,0 0 0,0 0 0,0 0 0,0 0 0,0 1 0,0-1 0,0 0 0,0 0 0,0 0 0,0 0 0,0 1 0,1-1 0,-1 0 0,0 0 0,0 0 0,0 0 0,0 1 0,0-1 0,0 0 0,0 0 0,0 0 0,-1 0 0,1 1 0,0-1 0,0 0 0,0 0 0,0 0 0,0 0 0,0 0 0,0 1 0,0-1 0,0 0 0,0 0 0,-1 0 0,1 0 0,0 0 0,0 0 0,0 1 0,0-1 0,0 0 0,0 0 0,-1 0 0,1 0 0,0 0 0,0 0 0,0 0 0,-16 15 0,-21 11 0,20-16 0,3-2 0,0 0 0,-21 18 0,32-23 0,0-1 0,0 1 0,0 1 0,0-1 0,1 0 0,-1 1 0,1-1 0,0 1 0,0 0 0,0 0 0,0 0 0,1 0 0,0 0 0,0 0 0,-1 6 0,0 11 0,1 0 0,3 28 0,-2-39 0,2 0 0,-1 0 0,2 0 0,-1 0 0,1 0 0,8 17 0,-8-23 0,0 1 0,0-1 0,0 0 0,1 0 0,0 0 0,0-1 0,0 1 0,0-1 0,0 0 0,0 0 0,1-1 0,0 1 0,-1-1 0,1 0 0,0 0 0,0 0 0,10 1 0,6 1 0,1-1 0,41 0 0,-59-3 0,149-1-1365,-134 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24575,'3'0'0,"10"0"0,6 9 0,-1 6 0,-3 6 0,-4 9 0,5 11 0,0 8 0,-3 7 0,-4 4 0,-2 3 0,-4-7 0,-2-8 0,-1-8 0,0-4 0,-1-5 0,1-5 0,-1-7-8191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01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60 24575,'-2'-1'0,"1"0"0,0 0 0,0 0 0,0 0 0,-1 1 0,1-1 0,0 0 0,-1 1 0,1-1 0,0 1 0,-1-1 0,1 1 0,-1 0 0,1 0 0,-1 0 0,1 0 0,-1 0 0,1 0 0,0 0 0,-1 0 0,1 0 0,-1 1 0,1-1 0,-1 0 0,-1 2 0,1-1 0,-1 0 0,1 0 0,0 0 0,0 1 0,0-1 0,0 1 0,0-1 0,0 1 0,0 0 0,0 0 0,1 0 0,-1 0 0,1 0 0,-2 2 0,-1 6 0,0 0 0,1 0 0,0 0 0,0 0 0,1 1 0,-1 16 0,2-20 0,1 0 0,0 0 0,0 0 0,1 0 0,0 0 0,0 0 0,1-1 0,-1 1 0,1 0 0,1-1 0,3 8 0,-4-11 0,0 0 0,1 0 0,-1 0 0,1 0 0,0-1 0,0 1 0,0-1 0,0 0 0,0 0 0,0 0 0,1 0 0,-1 0 0,0-1 0,1 0 0,0 1 0,-1-1 0,1-1 0,6 2 0,6-1 0,1 0 0,-1-1 0,18-2 0,-18 1 0,-7 1 0,1-1 0,-1 0 0,1 0 0,-1-1 0,0-1 0,15-5 0,-21 6 0,1 0 0,0 0 0,-1 0 0,1-1 0,-1 0 0,1 0 0,-1 0 0,0 0 0,-1 0 0,1 0 0,0-1 0,-1 1 0,0-1 0,0 0 0,0 0 0,3-8 0,-2 1 0,0-1 0,0 0 0,-1 0 0,-1 1 0,1-20 0,-2 24 0,0 1 0,0-1 0,-1 1 0,0-1 0,0 1 0,-1-1 0,0 1 0,0 0 0,0 0 0,-1 0 0,-5-9 0,6 11 0,-2 1 0,1-1 0,0 1 0,-1 0 0,0 0 0,0 0 0,1 0 0,-2 1 0,1-1 0,0 1 0,0 0 0,-1 1 0,1-1 0,-1 1 0,0 0 0,-8-2 0,-6 2 0,0 0 0,-38 4 0,23-1 0,10 0-195,1 1 0,-1 1 0,1 1 0,0 1 0,1 1 0,-23 10 0,18-6-6631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8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24575,'0'8'0,"1"0"0,0 0 0,0 0 0,1-1 0,0 1 0,0-1 0,1 1 0,0-1 0,4 8 0,6 7 0,23 30 0,-20-30 0,153 213 0,-153-213 0,2 0 0,20 20 0,-32-37 0,-1 0 0,1 0 0,0 0 0,0-1 0,0 0 0,0 0 0,1-1 0,-1 0 0,1 0 0,0 0 0,0-1 0,0 0 0,9 1 0,-12-3 0,-1 0 0,1 0 0,0-1 0,-1 1 0,1-1 0,-1 0 0,1 0 0,-1 0 0,1 0 0,-1-1 0,0 1 0,0-1 0,0 0 0,0 0 0,0 0 0,0 0 0,0 0 0,0-1 0,-1 0 0,4-3 0,3-6 0,-1 0 0,0 0 0,11-24 0,-6 8 0,-2-1 0,-1-1 0,-1 1 0,-2-2 0,6-43 0,-11 62 0,1 0 0,0 0 0,1 1 0,0-1 0,7-12 0,-4 12 0,-5 14 0,-3 8 0,-4 17 0,-2-2 0,-1 1 0,-21 47 0,-3 10 0,3 17 0,4 1 0,-12 106 0,27-122 0,-8 48 0,-7 32 0,22-137 0,-2 21 0,4-43 0,1-14 0,1-17 0,4-2-682,16-48-1,-2 17-6143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19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24575,'5'85'0,"0"-26"0,3 569 0,-9-408 0,1-217-57,0 2 103,0 1 0,0 0 0,-3 10 0,3-15-97,0 0-1,0 0 1,-1 0 0,1 0-1,0 0 1,-1 0-1,1 0 1,-1 0-1,1 0 1,-1-1-1,1 1 1,-1 0-1,0 0 1,1-1-1,-1 1 1,0 0-1,0-1 1,0 1 0,1-1-1,-1 1 1,0-1-1,0 1 1,0-1-1,0 1 1,0-1-1,0 0 1,0 0-1,-2 1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0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24575,'0'-3'0,"9"-1"0,6 0 0,13-2 0,4-1 0,2 2 0,6 1 0,-3 2 0,-3-3 0,-5 1 0,2 0 0,-2 1 0,1 1 0,-3 1 0,4-5 0,-3-5 0,-7-1-8191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851 18 24575,'-1'-1'0,"1"1"0,0-1 0,0 1 0,0-1 0,-1 1 0,1-1 0,0 1 0,-1-1 0,1 1 0,-1-1 0,1 1 0,0-1 0,-1 1 0,1 0 0,-1-1 0,1 1 0,-1 0 0,1-1 0,-1 1 0,1 0 0,-1 0 0,0-1 0,1 1 0,-1 0 0,1 0 0,-1 0 0,0 0 0,-21-3 0,18 2 0,-20-1 0,1 1 0,-30 2 0,42 0 0,0 0 0,0 2 0,-1-1 0,1 1 0,1 1 0,-19 8 0,-1 3 0,1 2 0,0 1 0,2 1 0,0 2 0,1 0 0,1 2 0,-39 46 0,27-25 0,3 2 0,1 1 0,-28 55 0,58-97 0,0 1 0,1 0 0,0 0 0,0 0 0,0 0 0,1 1 0,0-1 0,0 0 0,0 1 0,1-1 0,0 0 0,0 1 0,1-1 0,0 0 0,0 1 0,0-1 0,5 11 0,42 156 0,-26-86 0,-12-46 0,-2 1 0,-2 0 0,-2 0 0,-2 73 0,-4 230 0,2-342 0,0 1 0,0 0 0,0 0 0,-1 0 0,0 0 0,0 0 0,0 0 0,0-1 0,-1 1 0,1-1 0,-1 1 0,0-1 0,0 1 0,0-1 0,0 0 0,-1 0 0,1 0 0,-1 0 0,0 0 0,0-1 0,-3 3 0,3-3 0,1 0 0,-1 0 0,1 0 0,-1 0 0,0-1 0,0 1 0,0-1 0,0 0 0,0 0 0,0 0 0,0 0 0,0-1 0,0 1 0,0-1 0,-1 1 0,1-1 0,0 0 0,0-1 0,0 1 0,-1 0 0,1-1 0,0 0 0,0 0 0,0 0 0,0 0 0,0 0 0,0-1 0,-4-2 0,-2-2 0,1 0 0,0 0 0,0-1 0,1 0 0,0-1 0,0 0 0,-10-15 0,3 1 0,0-1 0,-16-34 0,25 43 0,0 1 0,1 0 0,0-1 0,1 0 0,1 0 0,-2-20 0,7-97 0,-1 123 0,-1 1 0,1-1 0,0 1 0,1 0 0,0 0 0,0-1 0,0 2 0,1-1 0,0 0 0,0 1 0,1 0 0,5-6 0,4-3 0,0 1 0,1 0 0,24-17 0,-27 23-97,0 1-1,0 0 1,0 1-1,1 0 1,0 1-1,0 0 1,0 1-1,1 1 1,-1 0-1,1 0 1,0 2-1,0 0 0,20 1 1,-14 1-6729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24575,'58'141'0,"-11"-28"0,74 260 0,-102-310 0,2 10 0,-3 1 0,-4 1 0,-2 1 0,-4 0 0,-3 106 0,-11 261 0,6-416-682,-6 43-1,-2-30-6143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03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24 24575,'0'0'0,"0"0"0,0-1 0,0 1 0,0-1 0,0 1 0,0 0 0,0-1 0,0 1 0,0-1 0,-1 1 0,1 0 0,0-1 0,0 1 0,0 0 0,-1-1 0,1 1 0,0 0 0,0 0 0,-1-1 0,1 1 0,0 0 0,-1-1 0,1 1 0,0 0 0,-1 0 0,1 0 0,-1-1 0,-13 0 0,10 1 0,0 1 0,1-1 0,-1 1 0,0 0 0,-4 2 0,4 0 0,0 0 0,0 0 0,0 0 0,1 0 0,0 0 0,-1 1 0,1-1 0,0 1 0,1 0 0,-1 0 0,1 0 0,0 0 0,0 1 0,0-1 0,0 0 0,1 1 0,-2 6 0,0 7 0,0 0 0,0 0 0,1 20 0,2-36 0,-1 27 0,1-1 0,1 1 0,6 34 0,-7-59 0,1-1 0,0 1 0,0-1 0,0 0 0,1 1 0,-1-1 0,1 0 0,0 0 0,0 0 0,2 3 0,-3-5 0,0 0 0,0 0 0,1 0 0,-1 0 0,1 0 0,-1 0 0,0 0 0,1 0 0,0-1 0,-1 1 0,1 0 0,-1-1 0,1 0 0,0 1 0,-1-1 0,1 0 0,0 0 0,-1 0 0,1 0 0,0 0 0,-1 0 0,1 0 0,1-1 0,2 0 0,0-1 0,0 1 0,0-1 0,-1 0 0,1 0 0,-1-1 0,1 1 0,-1-1 0,0 0 0,0 0 0,0-1 0,-1 1 0,1-1 0,-1 0 0,0 0 0,0 0 0,5-8 0,1-5 0,-1-1 0,-1 0 0,8-25 0,-4 9 0,-7 23 0,-1 0 0,1 0 0,-2 0 0,0-1 0,0 1 0,0-13 0,-2 21 0,0 0 0,-1 0 0,1 0 0,0 0 0,-1 0 0,0 0 0,0 0 0,0 0 0,0 0 0,0 0 0,0 0 0,-1 0 0,1 1 0,-1-1 0,0 0 0,0 1 0,0 0 0,0-1 0,-1 1 0,1 0 0,0 0 0,-1 0 0,1 0 0,-1 1 0,0-1 0,0 1 0,-3-2 0,-58-17-4,37 13-1357,-2-2-5465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587 129 24575,'-3'-2'0,"0"1"0,1-1 0,-1 0 0,0 0 0,1 0 0,0 0 0,0 0 0,-1-1 0,1 1 0,0 0 0,1-1 0,-4-5 0,-6-8 0,4 9 0,1 0 0,-1 1 0,-1 0 0,1 0 0,-1 0 0,0 1 0,-1 0 0,1 1 0,-1 0 0,0 0 0,0 1 0,0 0 0,0 0 0,-14-1 0,-10 0 0,0 2 0,-62 3 0,56 1 0,29-2 0,0 1 0,0 0 0,1 1 0,-1 0 0,1 0 0,-1 1 0,1 0 0,0 1 0,0 0 0,-15 10 0,18-10 0,0 1 0,0-1 0,0 1 0,1 1 0,0-1 0,0 1 0,1 0 0,-1 0 0,1 0 0,1 1 0,-1-1 0,1 1 0,0 0 0,1 0 0,-3 9 0,-1 11 0,2-1 0,-1 39 0,4 56 0,3-93 0,2 1 0,0-1 0,13 41 0,-1-5 0,18 87 0,42 229 0,-48-26 52,-27 1-352,-2-184-817,1-151-5709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8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24575,'3'-2'0,"0"0"0,0 0 0,1 1 0,-1-1 0,1 1 0,-1 0 0,1 0 0,0 0 0,-1 0 0,1 1 0,0-1 0,0 1 0,6 0 0,-2 0 0,20-4 0,-1-1 0,0-2 0,-1 0 0,48-21 0,-41 15 0,43-18 0,53-18 0,-109 43-682,30-15-1,-21 6-6143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29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1 24575,'-3'7'0,"0"1"0,-1-1 0,0 0 0,0 0 0,-9 10 0,-5 9 0,9-12 0,-142 242 0,126-207 0,2 2 0,2 0 0,-19 77 0,16-20 0,6 2 0,-8 161 0,22 224 0,6-285 0,-2-192 0,0 10 0,5 41 0,-4-62 0,0 0 0,0-1 0,1 1 0,0 0 0,0-1 0,1 1 0,-1-1 0,2 0 0,-1 0 0,1 0 0,5 7 0,-5-9 0,-1-1 0,1 0 0,0 0 0,0 0 0,1 0 0,-1-1 0,0 0 0,1 0 0,-1 0 0,9 2 0,5 0 0,29 4 0,-19-4 0,4 1-1365,-4-1-5461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0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24575,'4'1'0,"-1"0"0,1 0 0,-1 0 0,1 0 0,-1 1 0,0 0 0,1 0 0,-1 0 0,0 0 0,0 0 0,-1 0 0,1 1 0,2 2 0,2 1 0,26 24 0,-1 2 0,-2 1 0,45 64 0,61 128 0,21 42 0,-112-183 120,-39-72-417,-2 0 0,1 1 0,-1 0 0,4 25 0,-7-21-6529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0 24575,'-2'1'0,"0"-1"0,1 0 0,-1 1 0,1-1 0,-1 1 0,1-1 0,-1 1 0,1 0 0,-1 0 0,1 0 0,0 0 0,-1 0 0,1 0 0,0 0 0,0 0 0,0 0 0,-1 0 0,1 1 0,1-1 0,-3 3 0,0 0 0,-357 515 0,261-342 0,84-144 0,1 0 0,2 1 0,-12 52 0,20-55-1365,4-8-5461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1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24575,'6'6'0,"11"11"0,24 30 0,-36-40 0,0 0 0,-1 1 0,0-1 0,0 1 0,-1 0 0,1 0 0,3 17 0,17 69 0,-14-60 0,-1 0 0,-2 1 0,4 51 0,-11-48-341,-2 1 0,-2 0-1,-11 53 1,10-68-6485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3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24575,'54'123'0,"-36"-85"0,35 63 0,-45-87 0,1-1 0,1 0 0,0 0 0,1-1 0,13 11 0,10 6 0,-19-18 0,-1 0 0,-1 2 0,15 16 0,-23-24 0,-1-1 0,0 1 0,1-1 0,0 0 0,0-1 0,0 1 0,0-1 0,1 0 0,-1 0 0,1-1 0,0 1 0,10 2 0,-12-4 0,0-1 0,-1 1 0,1-1 0,0 1 0,0-1 0,-1 0 0,1 0 0,0-1 0,0 1 0,-1-1 0,1 0 0,0 0 0,-1 0 0,1 0 0,-1-1 0,1 1 0,-1-1 0,0 0 0,0 0 0,1 0 0,-1-1 0,3-3 0,0 0 0,-1-1 0,0 0 0,-1 0 0,1 0 0,-1-1 0,-1 1 0,6-16 0,12-63 0,-10 34 0,32-135 0,-42 178 0,0 4 0,-1 0 0,1-1 0,0 1 0,1 0 0,-1 0 0,1 0 0,0 0 0,0 1 0,1-1 0,4-6 0,-7 11 0,0 0 0,0 0 0,0 0 0,0-1 0,0 1 0,0 0 0,0 0 0,0 0 0,0 0 0,1 0 0,-1 0 0,0 0 0,0 0 0,0 0 0,0 0 0,0 0 0,0 0 0,1 0 0,-1-1 0,0 1 0,0 0 0,0 0 0,0 0 0,0 0 0,1 0 0,-1 0 0,0 1 0,0-1 0,0 0 0,0 0 0,0 0 0,0 0 0,1 0 0,-1 0 0,0 0 0,0 0 0,0 0 0,0 0 0,0 0 0,0 0 0,0 0 0,1 1 0,-1-1 0,0 0 0,0 0 0,0 0 0,0 0 0,0 0 0,0 0 0,0 0 0,0 1 0,0-1 0,0 0 0,0 0 0,0 0 0,0 0 0,0 0 0,0 0 0,0 1 0,1 4 0,-1 1 0,0 0 0,0-1 0,-1 1 0,0-1 0,0 1 0,0-1 0,-2 7 0,0 0 0,-66 215 0,5-16 0,-15 76 0,67-231 0,-11 93 0,6-24 0,2-52 0,36-141-324,-14 47-717,12-38-5785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1:3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24575,'0'1'0,"1"0"0,-1-1 0,1 1 0,-1 0 0,1-1 0,-1 1 0,1-1 0,0 1 0,-1-1 0,1 1 0,0-1 0,-1 1 0,1-1 0,0 0 0,0 1 0,-1-1 0,1 0 0,0 1 0,0-1 0,-1 0 0,1 0 0,2 0 0,6 3 0,13 8 0,-1 0 0,0 1 0,27 21 0,55 51 0,-99-80 0,27 22 0,-1 3 0,-2 0 0,43 57 0,-58-67 0,-1 0 0,-1 1 0,0 0 0,-2 1 0,0 0 0,-1 0 0,-1 1 0,5 29 0,-7-14 0,-2 0 0,-1 39 0,-10 78 0,7-125 0,-1 6 0,-2 0 0,-1 0 0,-2-1 0,-1 0 0,-1 0 0,-15 34 0,-29 52 0,-66 236 0,105-293 0,-7 27 0,18-78 0,-1 0 0,-1-1 0,0 1 0,-12 20 0,16-31-151,-1 1-1,1-1 0,0 1 0,0-1 1,-1 1-1,1-1 0,-1 1 1,-2 1-1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05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19 24575,'-7'0'0,"-1"1"0,1 0 0,-1 0 0,1 1 0,0 0 0,0 0 0,0 0 0,0 1 0,0 0 0,0 1 0,1 0 0,-1 0 0,1 0 0,0 1 0,1-1 0,-1 1 0,1 1 0,0-1 0,0 1 0,-4 7 0,1-2 0,1 0 0,0 1 0,1 0 0,1 1 0,0-1 0,0 1 0,1 0 0,1 0 0,0 1 0,-1 15 0,3-16 0,0 0 0,1-1 0,1 1 0,0 0 0,0-1 0,4 15 0,-4-24 0,0 0 0,0 0 0,0 0 0,1 0 0,-1 0 0,1 0 0,-1 0 0,1 0 0,0 0 0,0-1 0,1 1 0,-1-1 0,0 0 0,1 1 0,-1-1 0,1 0 0,0 0 0,0-1 0,0 1 0,0-1 0,0 1 0,0-1 0,0 0 0,0 0 0,1 0 0,-1-1 0,6 1 0,2 0 0,0 0 0,0-1 0,0 0 0,15-3 0,-22 3 0,1-1 0,-1-1 0,0 1 0,0 0 0,0-1 0,-1 0 0,1 0 0,0 0 0,-1 0 0,1-1 0,-1 0 0,0 1 0,0-1 0,5-6 0,3-4 0,-1-1 0,-1-1 0,0 0 0,13-30 0,-19 35 0,1 1 0,-2-1 0,1 1 0,-1-1 0,-1 0 0,0 0 0,0 0 0,-1 0 0,0 0 0,-2-11 0,0 8 0,0 0 0,-1 0 0,-8-19 0,9 27 0,0 1 0,0 0 0,-1 0 0,1 0 0,-1 0 0,0 0 0,0 0 0,0 1 0,-1-1 0,1 1 0,-1 0 0,0 0 0,-5-3 0,-28-12-1365,21 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0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24575,'3'6'0,"4"3"0,4 1 0,3 10 0,2 3 0,-2 1 0,-3 2 0,-4 1 0,-5-6 0,-7-5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08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61 24575,'-1'-2'0,"-1"-1"0,0 1 0,0 0 0,0-1 0,0 1 0,0 0 0,0 1 0,-1-1 0,1 0 0,-1 1 0,1-1 0,-1 1 0,1 0 0,-1-1 0,0 1 0,0 1 0,1-1 0,-1 0 0,0 1 0,0-1 0,-5 1 0,-1-1 0,0 1 0,-1 1 0,1-1 0,0 1 0,-14 4 0,12-2 0,0 1 0,1 1 0,-1 0 0,1 0 0,0 1 0,1 0 0,-1 0 0,1 1 0,0 1 0,1 0 0,0 0 0,0 0 0,-12 18 0,14-17 0,0 0 0,0 1 0,1-1 0,0 1 0,1 0 0,0 0 0,1 1 0,0-1 0,1 1 0,0-1 0,0 1 0,1 0 0,1 0 0,0 18 0,1-24 0,0-1 0,1 0 0,-1 0 0,1 1 0,0-1 0,0 0 0,0-1 0,0 1 0,1 0 0,-1 0 0,1-1 0,0 0 0,0 0 0,0 1 0,1-2 0,-1 1 0,1 0 0,0-1 0,5 3 0,0 0 0,0 0 0,1-1 0,0-1 0,0 1 0,0-2 0,0 1 0,13 0 0,-17-2 0,0-1 0,1 1 0,-1-1 0,1-1 0,-1 1 0,0-1 0,0-1 0,9-1 0,-12 1 0,1 1 0,-1-1 0,1 0 0,-1 0 0,0 0 0,1 0 0,-1-1 0,0 1 0,-1-1 0,1 0 0,0 0 0,-1 0 0,1 0 0,2-6 0,0-1 0,0 0 0,-1 0 0,-1-1 0,0 1 0,0-1 0,-1 0 0,0 0 0,-1 0 0,0 0 0,-1 0 0,0-1 0,-1 1 0,0 0 0,-1 0 0,0 0 0,-4-11 0,-40-127-1365,39 128-5461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0:59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24575,'4'3'0,"0"0"0,0 0 0,1-1 0,-1 1 0,1-1 0,-1 0 0,1-1 0,0 1 0,5 0 0,11 4 0,-2 2 0,-1 0 0,0 1 0,19 13 0,48 38 0,-50-35 0,21 16 0,-1 2 0,49 52 0,131 163 0,-184-200 0,1 2 0,-3 2 0,-2 3 0,-3 1 0,60 124 0,-96-174 120,-7-13-321,-3-8-1083,-6-16-5542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0:59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0 24575,'-4'0'0,"-1"1"0,1-1 0,-1 0 0,1 1 0,-1 0 0,1 0 0,0 0 0,-1 1 0,1-1 0,0 1 0,-5 3 0,2 0 0,0 0 0,1 1 0,-1 0 0,-10 13 0,-6 9 0,2 1 0,-22 39 0,-29 68 0,51-95 0,-196 434 0,97-197 0,91-226-1365,17-32-5461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3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24575,'4'-1'0,"0"1"0,0-1 0,0 0 0,0 0 0,0 0 0,0 0 0,0-1 0,5-2 0,30-20 0,-30 18 0,10-8 0,0-1 0,19-20 0,-18 16 0,28-21 0,-41 36 0,1-1 0,0 1 0,0 0 0,1 1 0,-1 0 0,0 0 0,1 1 0,0 0 0,0 0 0,9 0 0,15 1 0,48 3 0,-28 0 0,-32-1 0,-1 0 0,38 7 0,-48-5 0,0-1 0,-1 2 0,0-1 0,0 1 0,0 1 0,0 0 0,0 0 0,7 6 0,1 4 0,0 0 0,-2 1 0,0 0 0,0 2 0,18 29 0,52 104 0,-63-109 0,76 159 0,-83-166 0,-2 1 0,-2 1 0,12 69 0,-9 98 0,-17 1 0,-1-87 0,4-100 0,-2-1 0,0 1 0,-1-1 0,-1 0 0,-1 0 0,0 0 0,-1 0 0,-1-1 0,-1 0 0,0-1 0,-12 17 0,12-19 0,-6 10 0,-1 0 0,0-2 0,-23 24 0,33-41 0,-1 1 0,0-1 0,0 0 0,0 0 0,-1 0 0,1-1 0,-1 0 0,0 0 0,0-1 0,0 0 0,0 0 0,0-1 0,-12 2 0,-4-2 0,0-1 0,0 0 0,-24-5 0,37 4 0,0-1 0,0 0 0,1-1 0,0 0 0,-1 0 0,1-1 0,0 0 0,1-1 0,-1 0 0,1 0 0,0-1 0,0 0 0,0 0 0,1-1 0,0 0 0,1 0 0,-1-1 0,1 0 0,1 0 0,-9-16 0,6 8 0,0 0 0,2 0 0,-1 0 0,2-1 0,1 0 0,0-1 0,1 1 0,-2-35 0,5 39 0,0 0 0,1 1 0,0-1 0,1 0 0,1 1 0,0 0 0,0-1 0,1 1 0,1 0 0,0 1 0,1-1 0,0 1 0,8-11 0,-11 18 0,0 1 0,0-1 0,0 1 0,1-1 0,-1 1 0,1 0 0,0 1 0,0-1 0,0 1 0,0-1 0,0 1 0,1 0 0,-1 1 0,1-1 0,-1 1 0,1 0 0,-1 0 0,1 0 0,0 1 0,0-1 0,-1 1 0,1 0 0,0 1 0,-1-1 0,1 1 0,0 0 0,-1 0 0,1 0 0,-1 1 0,1 0 0,-1-1 0,0 2 0,1-1 0,-1 0 0,6 6 0,6 5 0,-1 0 0,0 1 0,-1 1 0,-1 0 0,0 1 0,-1 0 0,-1 1 0,0 1 0,12 29 0,-12-26-455,0-1 0,21 29 0,-15-28-6371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587 165 24575,'-14'-8'0,"0"-1"0,1 0 0,0 0 0,-15-16 0,-3-1 0,18 15 0,5 5 0,1-1 0,-1 1 0,-1 1 0,1-1 0,-1 1 0,-18-7 0,4 6 0,1 1 0,-1 1 0,-1 1 0,1 1 0,0 1 0,0 2 0,-1 0 0,-34 6 0,48-5 0,1 0 0,1 0 0,-1 1 0,0 0 0,1 1 0,-1 0 0,1 0 0,-10 8 0,14-9 0,0 1 0,0-1 0,0 1 0,0 1 0,0-1 0,1 0 0,0 1 0,0 0 0,0 0 0,0 0 0,1 0 0,0 0 0,0 0 0,-2 11 0,2-4 0,0 0 0,2 0 0,-1 0 0,1 0 0,3 18 0,14 62 0,-9-53 0,-4-19 0,52 294 0,-11-72 0,-1-9 0,-30-81 0,-5 192 0,-9-276 0,-2 66 0,1-127 0,0 0 0,0 0 0,-1-1 0,0 1 0,0 0 0,-6 11 0,8-17 0,0 0 0,-1-1 0,1 1 0,-1 0 0,1 0 0,-1 0 0,0 0 0,1-1 0,-1 1 0,0 0 0,0-1 0,1 1 0,-1 0 0,0-1 0,0 1 0,0-1 0,0 0 0,0 1 0,0-1 0,0 1 0,0-1 0,0 0 0,0 0 0,0 0 0,0 0 0,0 0 0,0 0 0,0 0 0,0 0 0,0 0 0,0 0 0,0 0 0,1 0 0,-1-1 0,0 1 0,-2-1 0,-1-1 0,1-1 0,-1 1 0,1-1 0,0 1 0,0-1 0,0 0 0,0 0 0,-3-4 0,-25-39-1365,1-6-5461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24575,'1080'0'0,"-1134"0"-1365,6 0-5461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5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24575,'157'-13'0,"-70"3"0,489-19-730,7 27 1460,-574 1-730,0 0 0,0-1 0,0 0 0,0 0 0,-1-1 0,1 0 0,14-8 0,-11 6 0,0 0 0,0 0 0,15-3 0,9 3 0,-1 2 0,0 2 0,39 2 0,-23 0 0,174-13 0,-130 8-1365,-74 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7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145 433 24575,'-7'0'0,"0"-1"0,0 0 0,0 0 0,0-1 0,1 0 0,-1 0 0,0 0 0,1-1 0,0 0 0,-1 0 0,-7-7 0,10 7 0,1 0 0,0 0 0,0 0 0,0-1 0,0 1 0,1-1 0,-1 0 0,1 0 0,0 0 0,0 0 0,1 0 0,-1 0 0,1-1 0,-2-6 0,3 4 0,-1 1 0,1-1 0,0 1 0,1-1 0,-1 0 0,1 1 0,1-1 0,-1 1 0,4-7 0,1-2 0,0 0 0,2 0 0,0 1 0,0 1 0,2-1 0,-1 1 0,18-17 0,-13 16 0,0 1 0,1 1 0,1 0 0,0 0 0,1 2 0,0 0 0,0 1 0,1 1 0,0 0 0,1 1 0,0 2 0,0-1 0,0 2 0,0 1 0,1 0 0,20 1 0,-32 2 0,0 1 0,0 0 0,-1 0 0,1 1 0,-1 0 0,1 0 0,-1 1 0,0 0 0,0 0 0,0 1 0,0 0 0,-1 0 0,1 1 0,-1-1 0,0 1 0,6 7 0,0 2 0,0 0 0,-1 0 0,-1 1 0,0 0 0,13 31 0,-17-33 0,-1 1 0,0 0 0,-1 0 0,-1 0 0,3 23 0,-2 75 0,-2-30 0,-1-65 0,5 217 0,-7-219 0,-2 0 0,1 0 0,-2 0 0,0-1 0,-1 0 0,0 1 0,-1-2 0,-10 18 0,-6 5 0,-43 54 0,49-71 0,-1-1 0,0 0 0,-2-1 0,-27 19 0,-87 47 0,121-76 0,-1 0 0,0-1 0,-1-1 0,1 0 0,-1-1 0,0-1 0,0 0 0,-15 1 0,23-3 0,0-1 0,0 0 0,0 0 0,0-1 0,0 0 0,0 0 0,1 0 0,-1-1 0,0 0 0,1 0 0,-1 0 0,1 0 0,0-1 0,0 0 0,0 0 0,0-1 0,0 1 0,1-1 0,-1 0 0,1 0 0,-7-9 0,7 7 0,0 0 0,0-1 0,1 1 0,0-1 0,0 0 0,0 0 0,1 0 0,0 0 0,-1-8 0,3 12 0,-1 1 0,1-1 0,0 1 0,0-1 0,0 1 0,0-1 0,0 1 0,1-1 0,-1 1 0,1 0 0,0-1 0,-1 1 0,1-1 0,0 1 0,0 0 0,1 0 0,-1 0 0,0 0 0,1 0 0,-1 0 0,1 0 0,0 0 0,0 0 0,0 1 0,0-1 0,0 0 0,0 1 0,0 0 0,4-2 0,3-1 0,1 1 0,-1 1 0,1 0 0,-1 0 0,1 1 0,11-1 0,63 4 0,-54-1 0,58 0 0,91 7 0,-164-6-455,1 1 0,27 9 0,-15-1-6371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3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24575,'9'10'0,"0"0"0,10 18 0,2 1 0,46 65 0,-57-78 0,-1 0 0,-1 1 0,-1 0 0,7 22 0,-11-27 0,1-1 0,0 1 0,1-1 0,0 0 0,1 0 0,1 0 0,-1-1 0,1 0 0,12 13 0,-14-19 0,0 1 0,-1-1 0,1 0 0,1-1 0,-1 1 0,0-1 0,1 0 0,0 0 0,0-1 0,0 0 0,0 0 0,0 0 0,0-1 0,0 0 0,1 0 0,-1 0 0,0-1 0,1 0 0,11-1 0,-14 0 0,-1 0 0,1 0 0,-1 0 0,1-1 0,-1 1 0,0-1 0,0 1 0,1-1 0,-1 0 0,-1-1 0,1 1 0,0 0 0,0-1 0,-1 1 0,0-1 0,1 0 0,-1 0 0,2-5 0,4-5 0,-1-2 0,10-28 0,-8 21 0,58-115 0,-40 86 0,-24 46 0,-2 3 0,0 1 0,0-1 0,0 0 0,0 0 0,-1 0 0,1 0 0,0 0 0,-1 0 0,0 0 0,1-4 0,-1 6 0,0 0 0,0 0 0,0 0 0,0 0 0,0 0 0,0 0 0,0-1 0,0 1 0,0 0 0,0 0 0,0 0 0,0 0 0,0 0 0,0 0 0,0 0 0,0 0 0,0-1 0,0 1 0,0 0 0,0 0 0,0 0 0,0 0 0,0 0 0,-1 0 0,1 0 0,0 0 0,0 0 0,0 0 0,0-1 0,0 1 0,0 0 0,0 0 0,0 0 0,0 0 0,-1 0 0,1 0 0,0 0 0,0 0 0,0 0 0,0 0 0,0 0 0,0 0 0,0 0 0,0 0 0,-1 0 0,1 0 0,0 0 0,0 0 0,0 0 0,0 0 0,0 0 0,0 0 0,0 0 0,0 0 0,-1 0 0,1 1 0,0-1 0,0 0 0,0 0 0,0 0 0,0 0 0,0 0 0,0 0 0,0 0 0,-4 5 0,0-1 0,0 1 0,0 0 0,1 0 0,0 0 0,0 0 0,-3 9 0,-46 103 0,-25 52 0,0-24 0,-16 32 0,-23 50-1365,107-207-5461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0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24575,'31'110'0,"-20"-66"0,69 333-441,-20 7-187,-40-247 558,28 214 70,-13-86 0,14 141 139,-27 4 1,-24 362 393,0-213-206,2-170-1692,0-363-5461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 24575,'-2'0'0,"-1"1"0,0 0 0,1 0 0,-1 0 0,1 0 0,0 1 0,-1-1 0,1 0 0,0 1 0,0 0 0,0-1 0,0 1 0,-3 3 0,-2 1 0,-40 34 0,-79 75 0,111-99 0,1 0 0,1 1 0,0 1 0,1 0 0,-18 38 0,21-31 0,0 0 0,2 0 0,0 1 0,2 0 0,-4 51 0,10 135 0,2-123 0,-3-71 0,1 0 0,1 1 0,0-1 0,1 0 0,1 0 0,1-1 0,13 33 0,-10-33 0,0 0 0,1 0 0,1-1 0,0 0 0,1-1 0,1 0 0,19 18 0,38 31 0,-68-64-105,0 1 0,0-1 0,0 1 0,0 0 0,-1-1 0,1 0 0,0 1 0,0-1 0,0 0 0,0 1 0,0-1 0,2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24575,'0'6'0,"1"0"0,0-1 0,1 1 0,0 0 0,-1-1 0,2 1 0,-1-1 0,1 0 0,0 0 0,3 5 0,4 7 0,109 191 0,-86-158 0,1-1 0,45 46 0,-70-84 0,-1 0 0,-1 0 0,0 0 0,11 25 0,5 10 0,-15-38-40,-8-8 44,1 0-1,-1 0 0,0 0 0,0 0 0,0 0 0,1 0 1,-1 0-1,0 0 0,0 0 0,0 0 0,1 0 1,-1 0-1,0 0 0,0 0 0,0 0 0,1 0 1,-1-1-1,0 1 0,0 0 0,0 0 0,0 0 0,0 0 1,1 0-1,-1-1 0,0 1 0,0 0 0,0 0 1,0 0-1,0 0 0,0-1 0,5-18-1427,-4-5-5402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7 24575,'-6'0'0,"-4"0"0,-5-3 0,-2-1 0,-7 10 0,-3 15 0,1 7 0,4 2 0,6 8 0,3 0 0,-5 3 0,0-2 0,0-6 0,0-5 0,1-4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20 24575,'0'16'0,"-1"-1"0,0 1 0,-1 0 0,-8 29 0,3-16 0,-8 47 0,14-63 0,0 0 0,1 1 0,0-1 0,0 0 0,2 0 0,3 16 0,-4-24 0,1 0 0,0 0 0,0 0 0,0-1 0,1 1 0,0 0 0,0-1 0,0 0 0,0 1 0,0-1 0,1 0 0,0-1 0,0 1 0,0-1 0,0 0 0,1 0 0,-1 0 0,1 0 0,0-1 0,0 0 0,0 0 0,9 3 0,-6-3 0,0-1 0,0 1 0,0-1 0,0-1 0,0 0 0,1 0 0,-1 0 0,0-1 0,0 0 0,0-1 0,0 0 0,-1 0 0,1 0 0,10-6 0,-9 3 0,0 0 0,-1-1 0,0 0 0,0 0 0,0-1 0,-1 0 0,0 0 0,-1-1 0,1 0 0,-1 0 0,-1-1 0,0 1 0,0-1 0,0 0 0,3-11 0,-3 4 0,0 0 0,-1 0 0,0-1 0,-2 0 0,0 0 0,-1 0 0,0 1 0,-3-21 0,2 30 0,-1 1 0,0 0 0,0 0 0,0 0 0,-1 0 0,0 1 0,0-1 0,0 0 0,-1 1 0,0 0 0,0-1 0,-1 1 0,-4-6 0,5 8 0,-1 0 0,0 0 0,1 0 0,-1 0 0,-1 0 0,1 1 0,0 0 0,-1 0 0,1 0 0,-1 0 0,1 1 0,-1-1 0,0 1 0,0 0 0,0 1 0,-9-1 0,-3 2 16,0 1 0,1 0-1,-1 1 1,-24 8 0,-13 2-1460,34-10-5382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5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24575,'0'3'0,"0"4"0,0 7 0,0 7 0,-6-1 0,-5 1 0,-4-2 0,-2 0 0,2 3 0,3 0 0,1-1 0,-1 0 0,-4-2 0,-3-3 0,0-5 0,-1-1 0,0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6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24575,'0'5'0,"1"-1"0,0 1 0,0-1 0,0 1 0,0-1 0,1 1 0,-1-1 0,1 0 0,1 1 0,-1-1 0,3 4 0,-1-2 0,119 183 0,-4-7 0,-117-178 0,5 9 0,1-1 0,0 0 0,16 18 0,-21-27 0,-1-1 0,1 0 0,0 0 0,0 0 0,0 0 0,0 0 0,0 0 0,6 2 0,-7-4 0,0 1 0,0-1 0,0 0 0,0 1 0,0-1 0,0 0 0,0 0 0,0 0 0,0-1 0,1 1 0,-1 0 0,0-1 0,0 1 0,0-1 0,3-2 0,-2 2 0,0-1 0,0 0 0,0 0 0,-1 0 0,1-1 0,0 1 0,-1-1 0,0 1 0,0-1 0,0 0 0,0 0 0,0 0 0,0 0 0,2-6 0,0-5 0,1 0 0,2-19 0,-5 28 0,19-105 0,-5-1 0,5-196 0,-21 290 0,-1 25 0,-1 32 0,-10 54 0,-4 0 0,-38 121 0,12-85 0,-63 130 0,-1-4 0,94-214 0,2 0 0,2 0 0,-3 45 0,8-62 0,1-13 0,-1 0 0,0-1 0,0 1 0,-8 14 0,-6 23 0,15-33 0,2-16 0,0 1 0,0-1 0,0 0 0,0 0 0,0 1 0,0-1 0,0 0 0,0 0 0,0 0 0,0 1 0,0-1 0,0 0 0,0 0 0,0 1 0,0-1 0,0 0 0,0 0 0,0 0 0,1 1 0,-1-1 0,0 0 0,0 0 0,0 0 0,0 1 0,0-1 0,1 0 0,-1 0 0,0 0 0,0 0 0,0 0 0,1 1 0,-1-1 0,0 0 0,0 0 0,0 0 0,1 0 0,-1 0 0,0 0 0,0 0 0,0 0 0,1 0 0,-1 0 0,0 0 0,0 0 0,1 0 0,-1 0 0,0 0 0,0 0 0,1 0 0,-1 0 0,0 0 0,0 0 0,0 0 0,1 0 0,-1 0 0,0-1 0,0 1 0,0 0 0,1 0 0,-1 0 0,0 0 0,0 0 0,0-1 0,1 1 0,5-7-113,1 1-1,-1-1 1,0-1-1,-1 1 0,6-10 1,-5 8-571,22-36-6142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 24575,'-11'4'0,"-1"2"0,2 0 0,-14 9 0,-6 3 0,27-17 0,-74 44 0,64-37 0,1 1 0,1 0 0,-20 19 0,22-16 0,9-11 0,-1-1 0,1 0 0,0 0 0,0 0 0,0 1 0,0-1 0,-1 0 0,1 0 0,0 0 0,0 1 0,0-1 0,0 0 0,0 0 0,0 1 0,0-1 0,0 0 0,0 0 0,0 1 0,-1-1 0,1 0 0,0 1 0,0-1 0,1 0 0,-1 0 0,0 1 0,0-1 0,0 0 0,0 0 0,0 1 0,0-1 0,0 0 0,0 0 0,0 1 0,1-1 0,-1 0 0,0 0 0,0 0 0,0 1 0,0-1 0,1 0 0,-1 0 0,0 1 0,1-1 0,0 0 0,0 0 0,-1 0 0,1-1 0,0 1 0,-1 0 0,1 0 0,0 0 0,-1 0 0,1-1 0,0 1 0,-1 0 0,1-1 0,0 1 0,-1 0 0,1-1 0,-1 1 0,1-1 0,-1 1 0,1-1 0,-1 1 0,1-1 0,-1 1 0,1-1 0,-1 0 0,1 0 0,10-20 0,-8 16 0,-3 4 0,1 0 0,-1 1 0,0-1 0,1 0 0,-1 1 0,1-1 0,-1 1 0,1-1 0,-1 0 0,1 1 0,0-1 0,-1 1 0,1-1 0,0 1 0,0-1 0,-1 1 0,1 0 0,-1 0 0,0 0 0,0 0 0,1 0 0,-1 1 0,0-1 0,0 0 0,0 0 0,1 0 0,-1 0 0,0 0 0,0 0 0,1 0 0,-1 0 0,0 1 0,0-1 0,0 0 0,1 0 0,-1 0 0,0 1 0,0-1 0,0 0 0,0 0 0,0 0 0,1 1 0,-1-1 0,0 0 0,0 1 0,6 24 0,-5-18 0,1 5 0,0-2 0,0-1 0,5 14 0,-6-20 0,0-1 0,0 1 0,0-1 0,0 1 0,1-1 0,-1 0 0,1 0 0,0 0 0,0 0 0,0 0 0,0 0 0,0 0 0,0 0 0,2 1 0,6 1 0,1-1 0,-1 1 0,0-2 0,1 1 0,0-2 0,-1 1 0,1-1 0,12-1 0,13 2 0,-25-1 0,0 0 0,1 0 0,-1-1 0,0-1 0,14-2 0,-22 2 0,-1 1 0,1-1 0,0 0 0,-1 0 0,0 0 0,1 0 0,-1-1 0,1 1 0,-1-1 0,0 1 0,0-1 0,0 0 0,0 1 0,0-1 0,-1 0 0,1-1 0,0 1 0,-1 0 0,1 0 0,-1-1 0,0 1 0,0-1 0,0 1 0,0-1 0,0 1 0,-1-1 0,1-3 0,0 1 0,-1-1 0,0 1 0,0-1 0,-1 1 0,1-1 0,-1 1 0,-1 0 0,1-1 0,-1 1 0,1 0 0,-2 0 0,1 0 0,0 0 0,-1 0 0,-6-8 0,3 6 0,0-1 0,0 1 0,-1 0 0,0 1 0,0 0 0,-1 0 0,0 0 0,-10-5 0,-12-3-1365,2 4-5461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2:4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24575,'20'9'0,"-10"-5"0,-1 1 0,-1-1 0,1 1 0,-1 1 0,1-1 0,9 11 0,4 7 0,0 1 0,22 35 0,34 61 0,-47-71 0,180 338 0,-198-361 0,-6-13 0,-1 0 0,0 0 0,-2 1 0,1 0 0,-1 0 0,-1 0 0,-1 0 0,0 0 0,-1 0 0,0 27 0,-3-8 0,-10 106 0,9-120 0,-1 1 0,-2-1 0,1 1 0,-2-1 0,-10 18 0,-4 1 0,-36 50 0,52-82-273,0 1 0,0-1 0,0 0 0,-12 9 0,-2-2-6553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24575,'5'-5'0,"1"0"0,-2 0 0,1 0 0,-1-1 0,1 0 0,-2 1 0,1-1 0,-1-1 0,4-8 0,14-23 0,-20 38 0,-1-1 0,0 1 0,1-1 0,-1 1 0,0-1 0,1 1 0,-1-1 0,1 1 0,-1-1 0,1 1 0,-1-1 0,1 1 0,-1 0 0,1-1 0,0 1 0,-1 0 0,1 0 0,-1-1 0,1 1 0,0 0 0,-1 0 0,1 0 0,0 0 0,-1 0 0,1 0 0,0 0 0,-1 0 0,1 0 0,-1 0 0,1 0 0,0 0 0,-1 0 0,1 0 0,0 1 0,-1-1 0,1 0 0,-1 1 0,1-1 0,-1 0 0,1 1 0,0-1 0,-1 0 0,0 1 0,1-1 0,-1 1 0,1 0 0,3 3 0,-1 0 0,0 0 0,0 1 0,3 7 0,-6-11 0,29 54 0,-4 2 0,33 105 0,-5-15 0,-35-104 0,-2 1 0,10 46 0,19 82 0,-37-141 0,-2 1 0,-1 0 0,-1-1 0,-2 2 0,-1 36 0,-1-62 0,0 0 0,-1-1 0,1 1 0,-1-1 0,0 1 0,-1-1 0,0 0 0,0 0 0,0 1 0,-1-1 0,1 0 0,-2-1 0,1 1 0,0-1 0,-1 1 0,0-1 0,-1 0 0,1 0 0,-6 4 0,-1-1 0,-1-1 0,0 0 0,0 0 0,0-2 0,-1 1 0,0-1 0,-15 3 0,7-3 0,-1-1 0,1-1 0,-42 0 0,60-2 0,-1-1 0,1 0 0,0-1 0,-1 1 0,1-1 0,0 1 0,0-1 0,-1 0 0,1 0 0,0 0 0,0-1 0,0 1 0,0-1 0,0 1 0,1-1 0,-1 0 0,0 0 0,1 0 0,0-1 0,-1 1 0,1-1 0,0 1 0,0-1 0,0 0 0,0 0 0,1 1 0,-1-1 0,1 0 0,0-1 0,0 1 0,0 0 0,0 0 0,0 0 0,0-6 0,0 1 0,0 0 0,0 1 0,1-1 0,0 0 0,0 1 0,0-1 0,1 0 0,0 1 0,1-1 0,0 0 0,0 1 0,1 0 0,0 0 0,0 0 0,0 0 0,1 0 0,0 0 0,0 1 0,1 0 0,0 0 0,7-7 0,-5 6 0,1 0 0,-1 1 0,1 0 0,1 0 0,-1 1 0,1 0 0,0 0 0,15-4 0,-12 5 0,1 0 0,0 2 0,1 0 0,-1 0 0,0 1 0,15 1 0,56 3-1365,-58-2-5461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3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1 24575,'-79'-1'0,"-88"3"0,160-2 0,0 2 0,-1-1 0,1 1 0,0-1 0,0 2 0,0-1 0,1 1 0,-1 0 0,1 1 0,-1 0 0,1 0 0,0 0 0,0 0 0,-7 8 0,4-2 0,0 0 0,0 1 0,2 0 0,-1 0 0,1 1 0,-11 23 0,1 5 0,1 0 0,-16 67 0,29-90 0,0-1 0,1 1 0,0 0 0,2 0 0,0 0 0,1 0 0,0-1 0,2 1 0,7 30 0,-4-26 0,4 9 0,9 51 0,0 7 0,-13-63 0,0 1 0,4 50 0,-8-47 0,1 0 0,1 0 0,16 54 0,-12-51-1365,0-4-5461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24575,'3'0'0,"20"0"0,7-4 0,3 0 0,5 0 0,-2 1 0,-4 1 0,-7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24575,'-7'0'0,"-7"0"0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5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24575,'12'0'0,"7"0"0,9 0 0,9 0 0,11 0 0,5 0 0,6 0 0,-4 0 0,-8 0 0,-1 0 0,-4 0 0,-4 0 0,1 0 0,-1 0 0,-3 0 0,-5 0 0,5 0 0,-4 0-8191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6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24575,'43'-2'0,"0"-2"0,51-11 0,63-8 0,483 13-1655,-479 10 1795,384 2 10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7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1 381 24575,'0'-1'0,"0"0"0,0-1 0,1 1 0,-1-1 0,1 1 0,-1 0 0,1 0 0,-1-1 0,1 1 0,0 0 0,-1 0 0,1 0 0,1-2 0,3-4 0,13-20 0,0 0 0,2 1 0,1 1 0,1 1 0,27-23 0,-14 18 0,1 1 0,1 2 0,42-22 0,-66 41 0,1 0 0,0 0 0,1 2 0,-1 0 0,1 1 0,0 0 0,0 1 0,24-2 0,-33 5 0,0 0 0,1 0 0,-1 0 0,0 1 0,0 0 0,0 0 0,1 1 0,-1 0 0,-1 0 0,1 0 0,0 0 0,0 1 0,-1 0 0,0 1 0,1-1 0,-1 1 0,-1 0 0,1 0 0,0 0 0,-1 1 0,0-1 0,0 1 0,4 7 0,-2-2 0,-1 2 0,0-1 0,0 0 0,-1 1 0,0 0 0,-1 0 0,-1 0 0,2 21 0,-2 10 0,-4 51 0,0-34 0,2 22 0,-5 102 0,3-172 0,0 0 0,-1 0 0,-1-1 0,1 1 0,-2-1 0,0 0 0,0 0 0,-10 15 0,-6 4 0,-35 39 0,44-55 0,-13 15 0,-1-2 0,-1-1 0,-54 40 0,74-61 0,-1 0 0,1-1 0,-1 0 0,-1 0 0,1-1 0,0 0 0,-1 0 0,1-1 0,-12 1 0,16-2 0,-1-1 0,0 0 0,1 0 0,-1 0 0,1-1 0,-1 1 0,1-1 0,-1 0 0,1 0 0,-1-1 0,1 1 0,0-1 0,0 0 0,0 0 0,0-1 0,0 1 0,0-1 0,1 0 0,-5-4 0,1-1 0,0-1 0,0 1 0,1-1 0,1-1 0,0 1 0,0-1 0,1 0 0,-5-14 0,4 7 0,1-1 0,0 1 0,2-1 0,-2-23 0,4 37 0,0-1 0,0 1 0,0 0 0,1-1 0,0 1 0,-1 0 0,1 0 0,1-1 0,-1 1 0,1 0 0,2-5 0,-3 8 0,0-1 0,0 1 0,1-1 0,-1 1 0,1-1 0,-1 1 0,1 0 0,0-1 0,-1 1 0,1 0 0,0 0 0,0 0 0,-1 1 0,1-1 0,0 0 0,0 1 0,0-1 0,0 1 0,0 0 0,0-1 0,0 1 0,0 0 0,0 0 0,1 0 0,1 1 0,3 0 0,0 1 0,-1-1 0,1 1 0,-1 1 0,1-1 0,-1 1 0,0 0 0,11 8 0,44 37 0,-34-26 0,57 46-1365,-65-55-5461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8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24575,'8'0'0,"-1"1"0,1 0 0,0 1 0,-1-1 0,1 1 0,-1 1 0,1 0 0,-1 0 0,0 0 0,10 7 0,0 2 0,0 0 0,26 25 0,-35-30 0,-1 1 0,1 0 0,-1 0 0,-1 1 0,1 0 0,-2 0 0,1 1 0,-1-1 0,0 1 0,-1 0 0,-1 0 0,1 1 0,-1-1 0,-1 1 0,2 14 0,-2-9 0,2 0 0,0 0 0,1-1 0,0 0 0,1 0 0,8 15 0,-3-8 0,11 35 0,-11-19-102,-7-20-109,1 1 1,1-1-1,1 0 1,0-1-1,16 26 1,-10-24-6616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1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0 24575,'-3'0'0,"-7"9"0,-11 15 0,-8 18 0,-11 14 0,-4 7 0,2 1 0,-7 3 0,2-8 0,8-8 0,9-10 0,6-11 0,5-12 0,4-13 0,9-18 0,11-31 0,5-25 0,0-1-8191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0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24575,'8'16'0,"0"2"0,-1-1 0,-1 1 0,7 36 0,4 79 0,-2-11 0,58 186 0,5 26 0,-47-64 0,-3-13 0,30 84 0,-46-266 0,-3 0 0,0 79 0,-10 406 0,2-544 0,1-1 0,0 0 0,1 0 0,6 18 0,-4-13 0,5 31 0,9 53-84,-12-70-1197,-1-4-5545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16 24575,'0'-6'0,"-6"-2"0,-11 6 0,-12 10 0,-3 10 0,-6 15 0,-6 13 0,3 4 0,7 2 0,10 1 0,9-4 0,7-9 0,5-8 0,6-9 0,5-8 0,8-8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3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24575,'-2'0'0,"0"1"0,0-1 0,1 1 0,-1-1 0,0 1 0,1-1 0,-1 1 0,0 0 0,1 0 0,-1 0 0,1 0 0,-1 0 0,1 0 0,0 1 0,-1-1 0,1 0 0,0 1 0,0-1 0,0 1 0,0-1 0,0 1 0,0-1 0,0 1 0,1 0 0,-2 2 0,-1 4 0,0 1 0,1 0 0,-2 13 0,0 12 0,2 0 0,2 46 0,1-43 0,-1-29 0,1-1 0,0 1 0,0-1 0,1 1 0,0-1 0,0 0 0,0 1 0,1-1 0,0 0 0,1-1 0,0 1 0,0-1 0,6 9 0,29 41 0,-20-27 0,2 0 0,1-1 0,27 26 0,-44-49-97,0-1-1,1 0 1,-1 0-1,1 0 1,0 0-1,1-1 1,-1 0-1,0 0 1,1-1-1,0 0 1,-1 0-1,1-1 0,9 2 1,2-3-6729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3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24575,'5'5'0,"0"2"0,0-1 0,-1 0 0,0 1 0,6 12 0,5 9 0,86 131 0,-45-66 0,25 36 0,-62-101-53,-11-16-275,0 0 0,1 0 0,18 17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4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0 24575,'-7'7'0,"1"1"0,0 0 0,-10 17 0,-1 1 0,-37 53 0,4 2 0,-72 157 0,72-118 0,46-104 0,4-15-1,0-1 0,0 0 1,0 0-1,0 0 0,0 0 0,0 1 0,0-1 0,0 0 0,0 0 0,0 0 1,0 0-1,0 1 0,0-1 0,1 0 0,-1 0 0,0 0 0,0 0 0,0 0 0,0 0 1,0 1-1,0-1 0,1 0 0,-1 0 0,0 0 0,0 0 0,0 0 0,0 0 1,1 0-1,-1 0 0,0 0 0,0 0 0,0 0 0,0 0 0,1 0 0,-1 0 0,0 0 1,0 0-1,0 0 0,1 0 0,-1 0 0,0 0 0,0 0 0,0 0 0,0 0 1,1 0-1,-1 0 0,0 0 0,0 0 0,0 0 0,0-1 0,0 1 0,1 0 0,-1 0 1,0 0-1,0 0 0,11-7-1103,-11 7 892,19-14-6614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5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24575,'1'2'0,"0"-1"0,0 1 0,0 0 0,-1-1 0,1 1 0,0 0 0,-1 0 0,0-1 0,1 1 0,-1 0 0,0 0 0,0 0 0,0-1 0,0 1 0,0 0 0,0 0 0,-1 0 0,1 0 0,-1 1 0,0 1 0,-8 37 0,-16 49 0,14-59 0,2 0 0,2 0 0,-6 55 0,12-44 0,1-25 0,0-13 0,0-6 0,1-27 0,-2-103 0,1 127-114,-1 0 1,0 0-1,0 0 0,0 0 0,-1 0 1,0 0-1,0 0 0,0 0 0,0 1 1,-1-1-1,-3-4 0,-9-10-6712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0 24575,'-1'4'0,"1"0"0,-1 0 0,0-1 0,0 1 0,0 0 0,0-1 0,-1 1 0,-2 4 0,-17 27 0,19-32 0,-12 19 0,2 0 0,0 0 0,1 1 0,2 1 0,0-1 0,-7 35 0,15-50 0,0-1 0,1 0 0,0 0 0,0 1 0,0-1 0,1 0 0,0 0 0,1 0 0,0 0 0,0 0 0,0 0 0,1 0 0,0-1 0,0 1 0,1-1 0,0 0 0,0 0 0,0 0 0,1 0 0,5 4 0,-8-8 0,0 0 0,0 0 0,0-1 0,1 1 0,-1-1 0,0 0 0,1 1 0,-1-1 0,1 0 0,-1-1 0,1 1 0,-1 0 0,1-1 0,0 1 0,-1-1 0,1 0 0,0 0 0,-1 0 0,1 0 0,0 0 0,0-1 0,-1 1 0,1-1 0,-1 0 0,1 0 0,-1 0 0,1 0 0,-1 0 0,1 0 0,3-3 0,-1 0 0,0 0 0,0 0 0,0 0 0,-1 0 0,1-1 0,-1 1 0,0-1 0,0 0 0,-1-1 0,1 1 0,-1-1 0,3-6 0,0-11 33,-4 18-313,0-1 1,0 0-1,0 0 1,3-5-1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0 24575,'-4'1'0,"0"-1"0,0 1 0,0 0 0,0 0 0,1 0 0,-1 0 0,0 1 0,0-1 0,1 1 0,-1 0 0,1 0 0,-1 1 0,1-1 0,0 1 0,0-1 0,0 1 0,1 0 0,-1 0 0,-3 5 0,0 1 0,-1 2 0,1-1 0,1 1 0,0-1 0,-5 16 0,2-2 0,1 1 0,1-1 0,2 1 0,0 0 0,2 0 0,0 0 0,3 27 0,0-47 0,-1 0 0,1-1 0,0 1 0,1-1 0,-1 0 0,1 1 0,0-1 0,0 0 0,0 0 0,0 0 0,4 4 0,-5-6 0,0-1 0,1 1 0,-1-1 0,1 1 0,-1-1 0,1 0 0,-1 1 0,1-1 0,0 0 0,-1 0 0,1 0 0,0 0 0,0-1 0,0 1 0,0 0 0,0-1 0,0 0 0,0 1 0,0-1 0,0 0 0,0 0 0,0 0 0,0 0 0,0 0 0,0 0 0,0-1 0,2 0 0,-2 0 0,0 1 0,-1-1 0,1 0 0,0 0 0,-1 0 0,1 0 0,-1-1 0,1 1 0,-1 0 0,1-1 0,-1 1 0,0-1 0,0 1 0,0-1 0,0 0 0,0 0 0,0 1 0,1-3 0,1-4 0,-1-1 0,3-15 0,-2 10 0,12-43 0,-9 39 0,0-1 0,-2 0 0,0 0 0,1-30 0,-5 44 0,0-1 0,-1 1 0,1 0 0,-1-1 0,0 1 0,-1 0 0,1 0 0,-1 0 0,0 0 0,0 0 0,-1 0 0,0 0 0,1 1 0,-1-1 0,-1 1 0,1 0 0,-1 0 0,0 0 0,1 0 0,-10-6 0,-7-3-1365,3 3-5461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29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24575,'8'13'0,"-1"1"0,0 0 0,0 0 0,7 26 0,11 62 0,-24-95 0,3 7 0,0 0 0,0 0 0,2-1 0,-1 0 0,14 22 0,-17-32 0,0 0 0,0 0 0,0-1 0,0 1 0,0 0 0,1-1 0,3 4 0,-5-6 0,-1 1 0,1-1 0,0 0 0,-1 1 0,1-1 0,0 0 0,0 0 0,0 0 0,-1 1 0,1-1 0,0 0 0,0 0 0,0 0 0,0 0 0,-1 0 0,1 0 0,0-1 0,0 1 0,0 0 0,-1 0 0,1 0 0,0-1 0,0 1 0,-1 0 0,1-1 0,0 1 0,0-1 0,-1 1 0,1-1 0,-1 1 0,1-1 0,0 0 0,-1 1 0,1-1 0,-1 0 0,1 1 0,-1-1 0,0 0 0,1-1 0,11-18 0,-2-1 0,0-1 0,-2 0 0,10-36 0,-2 8 0,26-99 0,-37 132 0,-5 17 0,0 0 0,0 0 0,0 0 0,0 0 0,0 0 0,0 0 0,0 0 0,0 0 0,0 1 0,0-1 0,0 0 0,0 0 0,0 0 0,0 0 0,0 0 0,0 0 0,0 0 0,1 0 0,-1 0 0,0 0 0,0 0 0,0 0 0,0 0 0,0 0 0,0 0 0,0 0 0,0 0 0,0 0 0,0 0 0,0 0 0,0 0 0,0 0 0,0 0 0,0 0 0,0 0 0,0 0 0,0 0 0,1 0 0,-1 0 0,0 0 0,0 0 0,0-1 0,0 1 0,0 0 0,-5 31 0,-111 275 0,104-278 0,-9 26 0,2 0 0,3 1 0,2 1 0,3 1 0,-4 58 0,14-115 3,1 1-1,0-1 1,0 1-1,0-1 1,0 1 0,-1 0-1,1-1 1,0 1-1,0-1 1,0 1-1,0-1 1,0 1 0,1 0-1,-1-1 1,0 1-1,0-1 1,0 1-1,0-1 1,1 1-1,-1-1 1,0 1 0,0-1-1,1 2 1,9-13-1430,2-6-5399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0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 24575,'-41'-1'0,"-52"2"0,90-1 0,0 0 0,0 0 0,0 1 0,0-1 0,1 1 0,-1-1 0,0 1 0,0 0 0,1 0 0,-1 0 0,1 1 0,-1-1 0,1 1 0,-1-1 0,1 1 0,0 0 0,0 0 0,0 0 0,0 0 0,0 0 0,0 0 0,0 0 0,1 1 0,-1-1 0,1 1 0,0-1 0,-2 6 0,-1 1 0,2 1 0,-1 0 0,1 0 0,1 0 0,-1 0 0,2 1 0,-1-1 0,2 0 0,-1 0 0,1 0 0,1 1 0,2 9 0,-2-15 0,-1 1 0,1-1 0,0 0 0,0 0 0,1 0 0,0 0 0,-1 0 0,2-1 0,-1 1 0,0-1 0,1 0 0,0 0 0,0 0 0,0 0 0,0-1 0,1 1 0,0-1 0,-1 0 0,1-1 0,0 1 0,0-1 0,0 0 0,1 0 0,5 1 0,2-1 0,0 0 0,-1-1 0,1 0 0,0-1 0,-1-1 0,1 0 0,0-1 0,12-3 0,-23 4 0,0 0 0,0 0 0,0 0 0,0 0 0,0 0 0,0-1 0,0 1 0,0-1 0,-1 0 0,1 1 0,-1-1 0,1 0 0,-1 0 0,0 0 0,0 0 0,0 0 0,0 0 0,0 0 0,0 0 0,0 0 0,-1-1 0,1-2 0,1-3 0,-1-1 0,0 1 0,0-1 0,-2-15 0,0 13-136,-1 0-1,0-1 1,-1 1-1,0 0 1,-1 0-1,0 1 1,-1-1-1,0 1 0,-7-10 1,-7-6-6690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1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 24575,'0'1'0,"0"0"0,0 0 0,0 0 0,0 0 0,1 0 0,-1 0 0,0-1 0,1 1 0,-1 0 0,0 0 0,1 0 0,0 1 0,3 4 0,20 39 0,15 28 0,-36-65 0,0-1 0,-1 0 0,0 1 0,0 0 0,0-1 0,-1 1 0,1 16 0,-3-19 0,1 0 0,-1 0 0,0-1 0,-1 1 0,1 0 0,-1 0 0,0-1 0,0 1 0,0-1 0,-6 9 0,-3 1 0,-22 24 0,-1-1 0,23-21 0,1 1 0,-10 21 0,-1 1 0,5-8 0,1 1 0,1 1 0,1 0 0,-10 48 0,19-70 0,0-1 0,0 1 0,-1-1 0,-11 18 0,8-15 0,-11 25 0,8-9-1365,2-2-5461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3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24575,'0'0'0,"1"0"0,-1 0 0,0 0 0,1 0 0,-1 1 0,0-1 0,1 0 0,-1 0 0,0 0 0,1 0 0,-1 1 0,0-1 0,0 0 0,1 0 0,-1 1 0,0-1 0,0 0 0,1 1 0,-1-1 0,0 0 0,0 1 0,0-1 0,1 0 0,-1 1 0,0-1 0,0 0 0,0 1 0,0 0 0,1 0 0,6 18 0,0 0 0,-1 0 0,7 40 0,2 65 0,-12-94 0,3 24 0,14 133 0,-9-97 0,-1 140 0,-10-187-1365,0-4-5461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4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24575,'0'-1'0,"0"1"0,0-1 0,0 1 0,1-1 0,-1 0 0,0 1 0,1-1 0,-1 1 0,0-1 0,1 1 0,-1-1 0,1 1 0,-1 0 0,1-1 0,-1 1 0,1-1 0,-1 1 0,1 0 0,0 0 0,-1-1 0,1 1 0,-1 0 0,1 0 0,0-1 0,-1 1 0,1 0 0,-1 0 0,2 0 0,23-2 0,-20 1 0,403-4 0,-239 7 0,-159-2-455,0 0 0,15 3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6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55 24575,'0'-2'0,"0"1"0,0-1 0,0 0 0,0 1 0,-1-1 0,1 1 0,-1-1 0,1 0 0,-1 1 0,0-1 0,1 1 0,-1 0 0,0-1 0,0 1 0,0-1 0,0 1 0,-2-1 0,1 0 0,-1 0 0,1 0 0,-1 0 0,0 0 0,1 1 0,-1 0 0,0-1 0,-4 0 0,-5-1 0,1 1 0,-1 0 0,-19 0 0,30 2 0,-18-1 0,-1 1 0,0 0 0,-21 5 0,33-4 0,0 1 0,0 0 0,0 0 0,1 1 0,-1 0 0,1 1 0,0-1 0,0 2 0,0-1 0,-9 7 0,-1 5 0,1 1 0,0 0 0,-21 30 0,-33 62 0,65-100 0,-2 3 0,1 0 0,1 1 0,0 0 0,0 0 0,1 0 0,1 0 0,0 1 0,1 0 0,1-1 0,0 1 0,1 0 0,0 0 0,3 17 0,-3-26 0,1 1 0,0 0 0,0-1 0,1 1 0,0-1 0,0 0 0,0 1 0,0-1 0,1 0 0,0 0 0,0 0 0,0-1 0,1 1 0,-1-1 0,1 0 0,0 0 0,1 0 0,-1 0 0,6 3 0,6 2 0,0 0 0,1-1 0,1-1 0,26 7 0,23 10 0,-64-22 0,1 0 0,0 0 0,-1 1 0,1-1 0,-1 1 0,0-1 0,1 1 0,-2 0 0,1 0 0,0 1 0,0-1 0,-1 1 0,0-1 0,0 1 0,0 0 0,0-1 0,0 1 0,-1 0 0,0 0 0,0 1 0,0-1 0,1 4 0,-1 10 0,0 1 0,-1-1 0,-4 35 0,1-9 0,2-28 0,1-6 0,0 1 0,-1-1 0,0 0 0,0 0 0,-1 0 0,-1 0 0,0 0 0,-6 15 0,1-10 0,0 0 0,-1-1 0,-1 0 0,-1 0 0,0-1 0,-21 20 0,27-29 0,0 0 0,0 0 0,0 0 0,0-1 0,0 0 0,-1 0 0,0 0 0,1-1 0,-1 0 0,0 0 0,0 0 0,0-1 0,0 0 0,0 0 0,-1 0 0,1-1 0,0 0 0,0 0 0,-1-1 0,1 1 0,-10-4 0,13 3 0,0 0 0,0-1 0,1 1 0,-1-1 0,0 0 0,0 0 0,1 0 0,-1 0 0,1 0 0,0 0 0,0-1 0,-1 1 0,2-1 0,-1 0 0,0 0 0,0 1 0,1-1 0,0 0 0,-1 0 0,1-1 0,-1-4 0,-1-6 0,0 0 0,1-1 0,0-19 0,2 29 0,2-246 0,-1 244 0,0 0 0,0 0 0,0 0 0,4-12 0,-4 16 0,1 1 0,-1-1 0,0 0 0,1 1 0,-1-1 0,1 1 0,0 0 0,0-1 0,0 1 0,0 0 0,0 0 0,0 0 0,1 1 0,2-3 0,7-2 0,1 2 0,-1-1 0,1 2 0,18-4 0,13-4 0,-5-1-1365,-4-1-5461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24575,'8'-9'0,"-1"0"0,9-15 0,-13 18 0,1 0 0,-1 0 0,1 0 0,1 1 0,-1-1 0,1 1 0,0 0 0,0 1 0,0-1 0,9-5 0,-6 6 0,1 1 0,-1-1 0,0 2 0,1-1 0,0 1 0,9-1 0,-15 2 0,0 0 0,0 1 0,1 0 0,-1 0 0,0 0 0,0 0 0,1 0 0,-1 1 0,0-1 0,0 1 0,0 0 0,0 0 0,0 0 0,0 1 0,0-1 0,0 1 0,0-1 0,-1 1 0,1 0 0,3 3 0,-2 1 0,1-1 0,-2 1 0,1 0 0,-1 0 0,0 1 0,4 12 0,8 44 0,-9-37 0,10 43 0,16 75 0,-25-104 0,2 69 0,-8-91 0,-1 0 0,-1 0 0,0 0 0,-1 0 0,-1 0 0,-10 32 0,-70 126 0,67-145 0,-32 55 0,40-74 0,-1 0 0,0 0 0,-1-1 0,-17 16 0,24-25 0,1 0 0,-1 0 0,1 0 0,-1-1 0,1 1 0,-1-1 0,0 1 0,0-1 0,-6 2 0,8-3 0,0 0 0,0 0 0,0 0 0,0 0 0,0 0 0,0-1 0,0 1 0,0 0 0,0 0 0,0-1 0,0 1 0,0 0 0,0-1 0,0 1 0,0-1 0,0 0 0,0 1 0,0-1 0,0 0 0,0 1 0,1-1 0,-1 0 0,0 0 0,1 0 0,-1 0 0,0 1 0,1-1 0,-1 0 0,1 0 0,-1-2 0,-1-3 0,0 1 0,1-1 0,-1 0 0,1 0 0,0 0 0,1 0 0,0 0 0,0 0 0,0 0 0,0 0 0,1 0 0,0 0 0,3-7 0,1-5 0,1 0 0,16-33 0,-16 38 0,1 0 0,1 1 0,0-1 0,0 2 0,15-17 0,-18 23 0,1 0 0,0 0 0,0 0 0,0 1 0,1 0 0,-1 0 0,1 1 0,0 0 0,0 0 0,0 0 0,0 1 0,10-2 0,6 1-273,-1 0 0,1 1 0,0 1 0,45 5 0,-39 1-6553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52 24575,'-4'-5'0,"1"1"0,-1 0 0,0 1 0,0-1 0,0 1 0,-1-1 0,1 1 0,-1 0 0,0 1 0,1-1 0,-1 1 0,0 0 0,-1 1 0,-9-3 0,9 2 0,-1 1 0,1 0 0,-1 1 0,1 0 0,-1 0 0,1 0 0,-1 1 0,1 0 0,-1 0 0,1 0 0,0 1 0,-7 3 0,3-1 0,0 1 0,1 1 0,0-1 0,0 2 0,1-1 0,0 1 0,0 1 0,-11 12 0,9-8 0,1 1 0,0 0 0,1 1 0,1 0 0,-8 19 0,6-6 0,0 1 0,2-1 0,1 1 0,2 1 0,0-1 0,1 31 0,4 12 0,3-1 0,3 1 0,33 136 0,9-56 3,-3-12 57,-40-116-346,-1-1 1,-1 1-1,-2-1 1,1 34-1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3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24575,'0'-9'0,"3"-3"0,4 1 0,4 2 0,6 2 0,9-3 0,6 0 0,-2 1-8191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40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24575,'35'7'0,"1"-2"0,-1-1 0,59-2 0,-59-2 0,366 1 0,-215-1 0,-181 0 0,10 0 0,27-3 0,-37 2 0,1-1 0,-1 1 0,0-1 0,0 1 0,0-1 0,0-1 0,0 1 0,7-6 0,3-1-156,1 0 0,1 1 0,20-8 0,-26 12-585,9-4-6085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42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24575,'3'0'0,"7"0"0,7 0 0,5 0 0,1 0 0,2 0 0,1 0 0,-2 0 0,8 0 0,7 0 0,8 0 0,1 0 0,-4-3 0,-11-10 0,-11-3-8191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4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24575,'5'-3'0,"0"1"0,0-1 0,0 1 0,0 0 0,1 0 0,-1 1 0,1-1 0,-1 1 0,12-1 0,2-1 0,56-16 0,-50 11 0,-1 2 0,1 1 0,27-3 0,-49 8 0,0 0 0,-1 0 0,1 0 0,0 0 0,-1 1 0,1-1 0,0 1 0,-1 0 0,1 0 0,-1 0 0,1 0 0,-1 0 0,1 0 0,-1 1 0,4 2 0,-3-1 0,0 0 0,0 0 0,0 1 0,0-1 0,-1 1 0,1 0 0,-1-1 0,3 8 0,1 5 0,-1-1 0,-1 1 0,5 32 0,-9-43 0,8 74 0,-3 1 0,-7 86 0,0-94 0,1-52 0,0 0 0,-2 0 0,-1-1 0,-5 21 0,5-27 0,-1 1 0,0-1 0,-1 0 0,0 0 0,-1-1 0,-12 17 0,13-22 0,0 0 0,0-1 0,-1 0 0,-14 10 0,19-14 0,-1 0 0,1-1 0,0 1 0,-1-1 0,0 1 0,1-1 0,-1 0 0,0 0 0,0-1 0,0 1 0,1 0 0,-1-1 0,0 0 0,0 1 0,0-1 0,0-1 0,0 1 0,-3-1 0,6 1 0,0 0 0,0 0 0,0 0 0,0 0 0,0 0 0,0 0 0,0 0 0,0 0 0,1 0 0,-1 0 0,0 0 0,0 0 0,0 0 0,0 0 0,0 0 0,0 0 0,0 0 0,0 0 0,0 0 0,0 0 0,0-1 0,0 1 0,0 0 0,0 0 0,1 0 0,-1 0 0,0 0 0,0 0 0,0 0 0,0 0 0,0 0 0,0 0 0,0 0 0,0-1 0,0 1 0,0 0 0,0 0 0,0 0 0,0 0 0,0 0 0,0 0 0,0 0 0,0 0 0,0 0 0,0 0 0,-1-1 0,1 1 0,0 0 0,0 0 0,0 0 0,0 0 0,0 0 0,0 0 0,0 0 0,0 0 0,0 0 0,0 0 0,0 0 0,0 0 0,0 0 0,0 0 0,0 0 0,-1 0 0,1-1 0,0 1 0,38-14 0,-30 12 0,-1 0 0,1-1 0,-1 0 0,0 0 0,10-6 0,-17 8 0,0 1 0,1 0 0,-1 0 0,0 0 0,1 0 0,-1 0 0,0 0 0,1-1 0,-1 1 0,0 0 0,0 0 0,1-1 0,-1 1 0,0 0 0,0 0 0,0-1 0,1 1 0,-1 0 0,0 0 0,0-1 0,0 1 0,0 0 0,0-1 0,1 1 0,-1 0 0,0-1 0,0 1 0,0 0 0,0-1 0,0 1 0,0 0 0,0-1 0,0 1 0,0 0 0,0-1 0,0 1 0,-1 0 0,1-1 0,0 1 0,0 0 0,0-1 0,0 1 0,0 0 0,-1 0 0,1-1 0,0 1 0,0 0 0,0 0 0,-1-1 0,1 1 0,0 0 0,-1 0 0,1-1 0,0 1 0,-24-10 0,11 5 0,8 2 0,1 0 0,-1 0 0,1-1 0,0 1 0,0-1 0,1 0 0,-1 0 0,1-1 0,0 1 0,0-1 0,-4-6 0,4 3 0,0 0 0,0 0 0,1 0 0,0 0 0,0-1 0,1 1 0,-1-9 0,1 7 0,1 1 0,1-1 0,-1 0 0,1 1 0,1-1 0,0 1 0,0 0 0,1-1 0,0 1 0,1 0 0,0 1 0,0-1 0,9-13 0,-9 18 0,0 1 0,0-1 0,0 1 0,0-1 0,0 1 0,1 1 0,-1-1 0,1 1 0,0-1 0,-1 1 0,1 0 0,0 1 0,1 0 0,-1-1 0,0 1 0,0 1 0,9-1 0,6 1 0,0 0 0,0 2 0,26 4 0,-27-2-682,34 12-1,-22-5-6143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46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0 24575,'10'29'0,"27"179"0,-36-201 0,1 0 0,0 0 0,1-1 0,-1 1 0,1 0 0,0-1 0,1 0 0,0 0 0,0 0 0,0 0 0,6 5 0,-9-9 0,1 0 0,0 0 0,0-1 0,1 1 0,-1-1 0,0 1 0,0-1 0,1 0 0,-1 0 0,1 0 0,-1 0 0,1-1 0,-1 1 0,1-1 0,-1 1 0,1-1 0,-1 0 0,1 0 0,0 0 0,-1 0 0,1 0 0,-1-1 0,1 1 0,0-1 0,-1 0 0,1 0 0,-1 0 0,0 0 0,1 0 0,-1 0 0,0 0 0,4-4 0,-2 2 0,-1 0 0,1 0 0,-1-1 0,0 0 0,1 1 0,-2-1 0,1 0 0,0-1 0,-1 1 0,0 0 0,0-1 0,0 1 0,-1-1 0,1 1 0,-1-1 0,1-9 0,0-7 0,0 0 0,-4-34 0,2 33 0,-1 8 0,2 4 0,-2 0 0,1 0 0,-2 0 0,-1-10 0,2 18 0,1 0 0,-1 1 0,1-1 0,-1 0 0,0 1 0,1-1 0,-1 0 0,0 1 0,0-1 0,0 1 0,0-1 0,-1 1 0,1 0 0,0-1 0,-1 1 0,1 0 0,0 0 0,-1 0 0,0 0 0,1 0 0,-1 0 0,1 1 0,-1-1 0,0 0 0,0 1 0,1-1 0,-1 1 0,-2-1 0,-1 2 0,0-1 0,0 1 0,0-1 0,0 1 0,0 1 0,0-1 0,0 1 0,1 0 0,-1 0 0,1 0 0,-1 0 0,1 1 0,-4 3 0,-5 4 0,0 0 0,-19 22 0,18-17 0,1 2 0,1 0 0,0 0 0,-10 22 0,-32 80 0,27-58 0,11-25 0,2 1 0,-11 44 0,14-47 0,7-19 0,-7 29 0,6-15 0,-2 0 0,-12 31 0,17-56 0,-5 14-9,5-14-185,0-1 1,1 1-1,-1 0 0,1 1 0,0-1 1,-1 8-1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4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24575,'0'0'0,"-1"1"0,1-1 0,-1 0 0,1 0 0,-1 1 0,1-1 0,0 0 0,-1 1 0,1-1 0,0 0 0,-1 1 0,1-1 0,0 0 0,-1 1 0,1-1 0,0 1 0,0-1 0,0 1 0,-1-1 0,1 0 0,0 1 0,0-1 0,0 1 0,0-1 0,0 1 0,-3 17 0,3-16 0,-2 33 0,2 0 0,1 0 0,9 50 0,-4-44 0,4 19 0,2-1 0,22 59 0,-2-5 0,-16-54 0,0 2 0,17 114 0,-24-108 0,25 88 0,-9-51 0,-16-56 0,4 84 0,-12 48 0,-1-175 0,8 159 0,1-13 0,-10 495 0,10-508 103,-2-61-1571,-6-53-5358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4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24575,'-6'12'0,"-6"16"0,1 7 0,-5 8 0,0 1 0,3 4 0,1-2 0,3-7 0,2-3 0,3-3 0,1-3 0,3-4 0,0-3 0,0 3 0,1 0 0,-1-1 0,0 4 0,1-3-8191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1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24575,'6'12'0,"2"8"0,2 2 0,3 7 0,2 2 0,2-2 0,1-3 0,-4-2 0,4 3 0,0 0 0,4 5 0,-2-1 0,-2-2 0,-3-3 0,1-6 0,-4-6 0,-8-6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13 24575,'-3'-2'0,"0"1"0,0-1 0,0 1 0,-1-1 0,1 1 0,0 0 0,-1 0 0,1 1 0,-1-1 0,1 1 0,-1-1 0,-5 1 0,6 0 0,-1 0 0,1 1 0,-1-1 0,1 0 0,0 1 0,-1 0 0,1 0 0,0 0 0,-1 0 0,1 0 0,0 1 0,0-1 0,0 1 0,0 0 0,0 0 0,1 0 0,-1 0 0,-2 3 0,-4 5 0,0 0 0,-15 24 0,23-33 0,-96 166 0,47-76 0,37-70 0,9-15 0,0-1 0,0 2 0,1-1 0,0 0 0,0 1 0,-3 8 0,6-15 0,0 0 0,0 0 0,0 0 0,0 1 0,0-1 0,0 0 0,0 0 0,0 0 0,0 0 0,0 1 0,0-1 0,0 0 0,0 0 0,0 0 0,0 0 0,0 1 0,0-1 0,0 0 0,1 0 0,-1 0 0,0 0 0,0 1 0,0-1 0,0 0 0,0 0 0,0 0 0,0 0 0,0 0 0,1 0 0,-1 1 0,0-1 0,0 0 0,0 0 0,0 0 0,0 0 0,1 0 0,-1 0 0,0 0 0,0 0 0,0 0 0,0 0 0,1 0 0,-1 0 0,0 0 0,0 0 0,0 0 0,0 0 0,1 0 0,-1 0 0,0 0 0,0 0 0,0 0 0,0 0 0,1 0 0,-1 0 0,0 0 0,0 0 0,0-1 0,13-4 0,3-6-341,1 0 0,-2-2-1,15-13 1,-7 4-6485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4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24575,'4'0'0,"0"0"0,-1 0 0,1 0 0,-1 1 0,7 1 0,-9-2 0,1 1 0,0 0 0,-1 0 0,1 0 0,-1 0 0,0 0 0,1 0 0,-1 0 0,0 0 0,0 1 0,0-1 0,0 0 0,2 3 0,-1-1 0,-1-1 0,1 0 0,0 0 0,0 0 0,0 0 0,0 0 0,0-1 0,1 1 0,-1-1 0,1 1 0,3 1 0,32 8 0,-14-4 0,-10-4 0,1 0 0,-1-1 0,1 0 0,0-1 0,0-1 0,0 0 0,-1-1 0,19-3 0,-28 3 0,1-1 0,-1 1 0,0-1 0,1 0 0,-1 0 0,0 0 0,0 0 0,0-1 0,0 0 0,-1 0 0,1-1 0,-1 1 0,0-1 0,8-8 0,-10 8 0,1 0 0,-1 1 0,0-1 0,0 0 0,0 0 0,-1 0 0,1 0 0,-1-1 0,0 1 0,0 0 0,-1-1 0,1 1 0,-1 0 0,0-1 0,0 1 0,0-1 0,-1 1 0,0 0 0,-1-8 0,1 9 0,0 1 0,0-1 0,0 0 0,0 1 0,-1-1 0,1 1 0,-1 0 0,0-1 0,1 1 0,-1 0 0,0 0 0,0 0 0,0 0 0,-3-2 0,1 2 0,-1-1 0,1 1 0,-1 0 0,1 0 0,-1 0 0,0 1 0,-7-2 0,-6 0 0,0 2 0,0 0 0,-27 2 0,36-1 0,4 0 0,0 1 0,0-1 0,0 1 0,1 0 0,-1 0 0,0 0 0,1 1 0,-1 0 0,1 0 0,-1 0 0,1 0 0,0 1 0,0-1 0,0 1 0,0 0 0,1 0 0,-1 1 0,1-1 0,0 1 0,0 0 0,0-1 0,0 1 0,-3 8 0,0-2 0,1 0 0,0 1 0,1-1 0,0 1 0,0 0 0,1 1 0,0-1 0,1 1 0,1-1 0,-1 14 0,2-23 9,0 0 1,0 1-1,0-1 0,1 0 0,-1 0 0,1 1 1,-1-1-1,1 0 0,0 0 0,-1 0 1,3 4-1,-2-5-55,0-1-1,-1 1 1,1 0 0,0-1 0,-1 1 0,1-1 0,0 0 0,0 1 0,-1-1 0,1 1-1,0-1 1,0 0 0,0 0 0,0 1 0,-1-1 0,1 0 0,0 0 0,0 0-1,0 0 1,0 0 0,0 0 0,-1 0 0,1 0 0,0-1 0,0 1 0,0 0 0,0 0-1,-1-1 1,1 1 0,0 0 0,1-1 0,21-12-6780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24575,'6'0'0,"4"6"0,5 5 0,-1 3 0,-3 3 0,0 1 0,-2 1 0,-2 6 0,3 5 0,3 3 0,-1-1 0,-1 0 0,-4-2 0,-3-4 0,-1-6-8191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7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24575,'2'3'0,"69"85"0,-58-73 0,1-1 0,1 0 0,24 18 0,-37-30 0,1-1 0,-1 1 0,1-1 0,-1 1 0,1-1 0,0 0 0,0 0 0,0 0 0,-1 0 0,1 0 0,0-1 0,4 1 0,-6-1 0,1 0 0,-1-1 0,0 1 0,0 0 0,0-1 0,0 1 0,0-1 0,0 0 0,0 1 0,0-1 0,0 0 0,0 1 0,0-1 0,0 0 0,0 0 0,0 0 0,-1 0 0,1 0 0,0 0 0,-1 0 0,1 0 0,0 0 0,-1 0 0,0 0 0,1 0 0,-1 0 0,0-1 0,1 1 0,-1 0 0,0 0 0,0-3 0,3-26 0,-2-1 0,-5-57 0,1 33 0,2 38 0,0 41 0,1 385 0,0-399-195,0 1 0,1-1 0,0 1 0,0-1 0,1 1 0,3 10 0,3-3-6631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8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24575,'0'12'0,"-2"0"0,0 0 0,0 1 0,-8 20 0,1 1 0,-1 7 0,3 1 0,1-1 0,2 1 0,2 80 0,2-119 0,0 0 0,1 1 0,-1-1 0,0 0 0,1 0 0,0 0 0,0 0 0,0 0 0,0 0 0,0 0 0,1 0 0,-1 0 0,1-1 0,0 1 0,0 0 0,0-1 0,0 1 0,0-1 0,0 0 0,1 0 0,-1 0 0,1 0 0,-1 0 0,1-1 0,0 1 0,0-1 0,0 1 0,0-1 0,0 0 0,0 0 0,0-1 0,0 1 0,5 0 0,1 0 0,-1 0 0,1-1 0,0 0 0,13-2 0,-20 2 0,1 0 0,-1-1 0,1 1 0,-1-1 0,0 0 0,0 0 0,1 0 0,-1 0 0,0 0 0,0 0 0,0-1 0,0 1 0,0-1 0,0 1 0,-1-1 0,1 0 0,0 0 0,-1 1 0,0-1 0,1 0 0,0-3 0,3-8 0,0-1 0,-1 0 0,0 0 0,-1 0 0,-1 0 0,1-17 0,-4-88 0,0 112 0,1 1 0,-2-1 0,1 1 0,-1-1 0,0 1 0,0 0 0,-4-9 0,-3-1 0,-15-20 0,19 29 0,-2-3-455,1 0 0,-5-11 0,4 3-6371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3:59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24575,'0'0'0,"-1"0"0,1 0 0,-1 0 0,1 0 0,0 0 0,-1 1 0,1-1 0,0 0 0,-1 0 0,1 1 0,0-1 0,-1 0 0,1 0 0,0 1 0,0-1 0,-1 0 0,1 1 0,0-1 0,0 0 0,-1 1 0,1-1 0,0 0 0,0 1 0,0-1 0,0 1 0,0-1 0,0 1 0,-2 11 0,3-9 0,-1 0 0,1 0 0,0 1 0,0-2 0,0 1 0,0 0 0,1 0 0,-1 0 0,1 0 0,-1-1 0,4 5 0,27 25 0,-25-25 0,16 13 0,0-1 0,35 21 0,56 26 0,31 20 0,-133-77 0,-1 1 0,0-1 0,0 2 0,-1-1 0,-1 2 0,0-1 0,15 26 0,-11-15 0,-2 1 0,-1 0 0,13 46 0,-2-7 0,-12-36 0,10 43 0,-17-60 0,-1 1 0,0-1 0,-1 0 0,0 1 0,0-1 0,-1 0 0,0 1 0,-4 14 0,-1-6-341,-1 0 0,0 0-1,-19 29 1,13-24-6485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35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95 24575,'-3'0'0,"-1"-3"0,3-1 0,8 0 0,18 1 0,17 1 0,3-3 0,10 0 0,4-2 0,5 0 0,-1 1 0,-7 2 0,-4 1 0,-5-7 0,-5-6 0,-9 0-8191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36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24575,'3'-3'0,"4"-4"0,7-1 0,9-2 0,5 1 0,10-8 0,6 0 0,8-1 0,2 4 0,0-3 0,-6 2 0,-5 3 0,-4 1 0,-5 3 0,-6 1 0,-8 3-8191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4:36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24575,'16'-4'0,"0"0"0,0 2 0,0 0 0,18 0 0,-18 1 0,0 0 0,1-1 0,29-8 0,-5-1 0,0 1 0,1 1 0,0 3 0,0 1 0,57 2 0,427 5 0,-486 1 0,-1 1 0,0 1 0,54 16 0,-54-12 0,13 0 0,-33-7 0,29 9 0,-29-5 0,37 12 0,0-3 0,109 16 0,37-15-1365,-169-12-5461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24575,'0'6'0,"6"26"0,8 40 0,4 27 0,0 14 0,-4 17 0,-4 15 0,-3 5-1119,-4 11 1119,-2 2 0,-1-2 0,0-3 0,-1-21 0,0-34-7072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0 524 24575,'5'-11'0,"0"1"0,0 0 0,1 0 0,1 1 0,-1-1 0,12-11 0,8-12 0,7-7 0,1 1 0,2 2 0,43-35 0,2-3 0,-40 38 0,2 2 0,51-32 0,-84 59-1365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1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24575,'3'0'0,"4"0"0,4 0 0,9 0 0,4 0 0,1 0 0,-4 0-8191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2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24575,'1'0'0,"-1"-1"0,1 1 0,-1 0 0,1 0 0,0-1 0,-1 1 0,1 0 0,0 0 0,-1 0 0,1 0 0,0 0 0,0 0 0,-1 0 0,1 0 0,0 0 0,-1 1 0,1-1 0,-1 0 0,1 0 0,0 1 0,-1-1 0,1 0 0,0 0 0,0 2 0,4 0 0,25 11 0,-1 2 0,46 32 0,-12-8 0,42 22 0,101 61 0,-106-44 0,-46-34 0,-39-30-1365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3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24575,'3'2'0,"0"1"0,1-1 0,-1 0 0,0 1 0,0 0 0,0 0 0,-1 0 0,1 0 0,-1 0 0,0 0 0,0 1 0,0-1 0,0 1 0,2 6 0,1 4 0,-1 1 0,3 24 0,-4-24 0,33 297 0,-22 5 0,-2-38 0,-12-273-2,1-8-50,-1-10-1259,0-12-5515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4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24575,'12'0'0,"10"0"0,13 0 0,25 0 0,11 0 0,11 0 0,-4 0 0,-5 0 0,-11 0 0,-13 0 0,-3 0 0,-6 0 0,-8 0 0,1 0 0,-6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4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24575,'4'0'0,"9"0"0,14 0 0,13 0 0,11 0 0,8 0 0,-2 0 0,-8 0 0,0 0 0,-6 0 0,-7 0 0,-1 0 0,-3 0 0,-4 0 0,-3 0 0,-4-3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16 444 24575,'6'6'0,"0"-1"0,0 1 0,-1 1 0,0-1 0,0 1 0,-1 0 0,7 12 0,-2-3 0,12 23 0,-2 1 0,-2 0 0,-1 2 0,10 44 0,31 181 0,-11-40 0,78 184 0,-86-279 0,-29-97 0,-3-19 0,-6-16 0,0 0 0,0 0 0,0 0 0,0 0 0,0 0 0,0 0 0,0 0 0,1 0 0,-1 0 0,0 0 0,0 0 0,0 0 0,0 0 0,0 0 0,0 0 0,0 0 0,0 0 0,0 0 0,0 0 0,0 0 0,0 0 0,0 0 0,0 0 0,1 0 0,-1 0 0,0 0 0,0 0 0,0 0 0,0 0 0,0 0 0,0 0 0,0 0 0,0 0 0,0 0 0,0 0 0,0 0 0,0 0 0,0 0 0,0 0 0,0 0 0,0 0 0,0 0 0,0 0 0,1 0 0,-1 0 0,0-1 0,0 1 0,0 0 0,0 0 0,0 0 0,0 0 0,0 0 0,0 0 0,0 0 0,0 0 0,0 0 0,0 0 0,2-12 0,-1-1 0,-1 0 0,0 0 0,-1-1 0,-3-16 0,-16-54 0,11 49 0,-7-31 0,-39-170 0,19-5 0,6-12 0,3 37 0,22 162 0,-23-383 0,28 428 0,0 0 0,0 1 0,1-1 0,1 0 0,2-11 0,-3 17 0,1 0 0,-1 0 0,1-1 0,-1 1 0,1 0 0,0 1 0,0-1 0,1 0 0,-1 0 0,0 1 0,1-1 0,0 1 0,-1 0 0,1 0 0,6-3 0,3-1 0,0 2 0,1-1 0,0 1 0,0 1 0,0 1 0,0-1 0,1 2 0,-1 0 0,15 1 0,-22 0 0,1 0 0,-1 1 0,0 0 0,1 0 0,-1 0 0,0 1 0,0 0 0,0 0 0,0 1 0,7 3 0,-5-1 0,-1 0 0,0 1 0,0-1 0,-1 1 0,1 1 0,8 11 0,-7-7 0,-1-1 0,-1 1 0,0 1 0,0-1 0,-1 1 0,-1 0 0,0 0 0,0 0 0,-1 0 0,-1 1 0,0 0 0,-1-1 0,0 1 0,-1 0 0,0-1 0,-1 1 0,-3 15 0,0-10 0,0-1 0,-1 1 0,0-1 0,-2 0 0,0 0 0,-1 0 0,-1-1 0,0 0 0,-1-1 0,0 0 0,-19 18 0,17-21 0,-1-1 0,0-1 0,-1 0 0,0-1 0,0 0 0,-1-1 0,0-1 0,-1 0 0,1-1 0,-22 4 0,-13 2 0,-101 11 0,47-19 0,91-4 0,13 0 0,109-1 0,-87 2 0,0 2 0,-1 0 0,29 7 0,-7 4 0,-1 2 0,0 1 0,-1 2 0,57 37 0,-48-23 0,-1 2 0,83 79 0,-66-41 0,-4-3 0,43 22 0,-72-65 0,-1 1 0,-1 1 0,29 37 0,-31-27 0,-16-20 0,31 34 0,-33-46 87,-11-7-132,0 0-1,1 0 1,-1 0-1,0 0 1,1 0 0,-1 0-1,0 0 1,1 0 0,-1 0-1,0 0 1,0 0-1,1 0 1,-1 0 0,0-1-1,1 1 1,-1 0 0,0 0-1,0 0 1,1-1-1,-1 1 1,0 0 0,0 0-1,0-1 1,1 1 0,-1 0-1,0 0 1,0-1-1,0 1 1,0 0 0,1-1-1,-1 1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18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24575,'1'32'0,"2"0"0,1 1 0,13 50 0,37 92 0,-32-109 0,23 108 0,-39-136 0,2 47 0,-8-80 0,0 0 0,0-1 0,-1 1 0,-1 8 0,2-13 0,0-1 0,0 1 0,0 0 0,0 0 0,0 0 0,0 0 0,0-1 0,-1 1 0,1 0 0,0 0 0,0 0 0,0 0 0,0 0 0,0 0 0,0 0 0,0-1 0,-1 1 0,1 0 0,0 0 0,0 0 0,0 0 0,0 0 0,-1 0 0,1 0 0,0 0 0,0 0 0,0 0 0,0 0 0,-1 0 0,1 0 0,0 0 0,0 0 0,0 0 0,0 0 0,-1 0 0,1 0 0,0 0 0,0 0 0,0 0 0,0 0 0,0 0 0,-1 0 0,1 0 0,0 0 0,0 1 0,0-1 0,0 0 0,0 0 0,0 0 0,-1 0 0,1 0 0,0 0 0,0 1 0,0-1 0,0 0 0,0 0 0,0 0 0,0 0 0,0 0 0,0 1 0,0-1 0,0 0 0,0 0 0,0 0 0,0 0 0,0 1 0,0-1 0,-4-9 0,0 0 0,1 0 0,1-1 0,-1 1 0,-1-19 0,2 16 0,-19-235 0,20-4 0,2 201 0,-1 34 0,1 1 0,0-1 0,5-17 0,-4 26 0,-1 1 0,2-1 0,-1 1 0,1-1 0,0 1 0,0 0 0,0 0 0,1 0 0,8-8 0,-11 12 0,1 0 0,0 0 0,0 1 0,1-1 0,-1 1 0,0-1 0,0 1 0,1 0 0,-1 0 0,1 0 0,-1 0 0,1 0 0,-1 0 0,5 0 0,-2 1 0,0 0 0,0 0 0,0 0 0,0 1 0,0 0 0,0 0 0,6 2 0,5 3 0,0 1 0,0 1 0,21 13 0,-33-19 0,3 3 0,0 0 0,0 0 0,-1 0 0,0 1 0,1 0 0,-2 0 0,1 0 0,-1 1 0,0 0 0,0 0 0,6 13 0,-6-8 0,-1 0 0,0 0 0,-1 0 0,0 0 0,-1 1 0,0-1 0,0 16 0,-2 19 0,3 27 0,-2-65 0,0-1 0,1 1 0,0 0 0,1-1 0,0 1 0,5 9 0,14 19 43,-15-27-395,-1 0 0,-1 0 0,9 20 0,-7-6-6474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1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0 325 24575,'10'18'0,"-6"-10"0,0 0 0,-1 0 0,-1 0 0,1 1 0,-1-1 0,1 16 0,-1-14 0,-1 0 0,2 0 0,-1 0 0,6 13 0,0-9 0,17 25 0,-16-26 0,-1 0 0,11 23 0,53 102 0,-42-84 0,-10-19 0,2-1 0,30 37 0,-1 2 0,1 3 0,-43-65 0,-4-4 0,0 0 0,1-1 0,0 0 0,0 0 0,0 0 0,11 7 0,-15-12 0,-1 0 0,1-1 0,-1 1 0,0-1 0,1 1 0,-1-1 0,1 0 0,-1 0 0,1 1 0,-1-1 0,1 0 0,-1 0 0,1 0 0,-1-1 0,1 1 0,-1 0 0,1 0 0,2-2 0,-1 1 0,0-1 0,0 1 0,0-1 0,-1 0 0,1 0 0,0 0 0,-1 0 0,3-4 0,2-1 0,-1-1 0,-1 0 0,1 0 0,7-18 0,22-43 0,9-25 0,-36 75 0,-2 0 0,-1-1 0,0 1 0,2-23 0,2-80 0,-8 107 0,2-13 0,11-50 0,2-3 0,-10 24 0,21-118 0,-18 131 0,4-87 0,-10 105-1365,0 4-5461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24575,'5'0'0,"6"0"0,7-3 0,15-2 0,8-5 0,12-1 0,0 2 0,3 1 0,-5 3 0,-5-1 0,-2 1 0,-5 1 0,-3 1 0,2 1 0,-4-2 0,-4-3 0,-7-1-8191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24575,'9'0'0,"15"0"0,12 0 0,6-5 0,0-6 0,-3-1 0,-4 2 0,-5-1 0,4 2 0,3 0 0,3 1 0,-4 1-8191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24575,'4'1'0,"-1"0"0,1 0 0,-1 0 0,1 0 0,-1 0 0,0 1 0,0 0 0,1-1 0,-1 1 0,0 1 0,3 2 0,0-1 0,23 19 0,-1 1 0,-1 1 0,-1 1 0,44 58 0,47 65 0,-99-124 0,36 44 0,-47-62 0,0 0 0,0 0 0,0-1 0,1 0 0,0 0 0,14 7 0,-20-11 0,1-1 0,-1 0 0,1 0 0,0 0 0,-1 0 0,1 0 0,0-1 0,0 1 0,0-1 0,0 0 0,0 0 0,-1 0 0,1 0 0,0 0 0,0 0 0,0-1 0,0 0 0,-1 1 0,4-2 0,-1-1 0,-1 0 0,0 0 0,0 0 0,0 0 0,0-1 0,-1 1 0,1-1 0,-1 0 0,0 0 0,4-6 0,5-10 0,-1-1 0,0 0 0,-2-1 0,0 0 0,-2 0 0,0-1 0,-2 0 0,0 0 0,2-31 0,-2-27 0,-8-108 0,2 161 0,1 22 0,0 9 0,0 19 0,0 547 0,2-506 0,13 69 0,3 44 0,-19-93 80,1 24-1525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6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24575,'3'-5'0,"13"-6"0,7-1 0,2 2 0,9 2 0,2 3 0,3-1 0,2 1 0,2 1 0,1 1 0,-5 2 0,0-9 0,3-2 0,-1 1 0,-3 2 0,-9 3-8191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7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24575,'1'0'0,"-1"1"0,1-1 0,-1 0 0,1 0 0,-1 0 0,0 0 0,1 0 0,-1 0 0,1 1 0,-1-1 0,1 0 0,-1 0 0,0 0 0,1 1 0,-1-1 0,0 0 0,1 1 0,-1-1 0,0 0 0,1 1 0,-1 0 0,30 28 0,55 49 0,144 120 0,-65-53 0,-149-132 0,-1 0 0,-1 2 0,17 21 0,27 51 0,-44-66 0,-7-10-116,-4-8 27,0 1 0,0-1-1,0 1 1,0-1 0,0 0 0,1 0 0,-1 0-1,1 0 1,0-1 0,0 1 0,0-1-1,0 1 1,4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7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24575,'0'-3'0,"0"-4"0,0-13 0,0-5 0,0-3 0,0-1 0,0 3-8191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8:58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0 24575,'0'42'0,"-3"-1"0,-1 1 0,-3-1 0,0 0 0,-3 0 0,-2-1 0,-24 57 0,29-84 0,0 1 0,-14 17 0,14-22 0,1 0 0,0 0 0,0 1 0,1 0 0,-7 20 0,-62 178 0,17-41 0,38-105 0,11-33-103,6-19-37,-1 1 0,0-1 0,-1 0-1,0 0 1,-1 0 0,1 0-1,-2-1 1,-7 10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9:0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3301 991 24575,'-4'-3'0,"-1"-1"0,1 2 0,-1-1 0,0 0 0,0 1 0,0 0 0,-7-2 0,-4-2 0,-40-16 0,-1 3 0,-87-19 0,-31 8 0,-253-58 0,304 55 0,89 24 0,-7-2 0,25 5 0,-1 1 0,-32-4 0,-18 3 0,-116-7 0,-613 12 0,394 2 0,36-1 0,349-1 0,0-1 0,0 0 0,0-2 0,1 0 0,0-1 0,0-1 0,0 0 0,0-1 0,1-1 0,-26-17 0,38 22 0,1 0 0,-1 0 0,0 0 0,1 0 0,0-1 0,0 0 0,0 0 0,0 0 0,0 0 0,1 0 0,0 0 0,0-1 0,-2-4 0,2 2 0,0-1 0,1 1 0,0 0 0,0-1 0,1 1 0,0 0 0,1-15 0,3 1 0,1 0 0,1 0 0,0 0 0,19-38 0,-4 16 0,34-50 0,34-37 0,-86 126 0,45-56 0,-160 242 0,86-133 0,-37 98 0,6-6 0,53-131 0,1 0 0,1 1 0,0-1 0,0 1 0,1 0 0,1-1 0,-1 1 0,4 21 0,2 1 0,15 50 0,2 9 0,-18-68 0,0-2 0,2 1 0,1 0 0,0-1 0,14 25 0,-16-38 10,1 0-1,0 0 0,0-1 1,1 0-1,0-1 1,1 1-1,-1-1 1,18 11-1,4 0-352,42 20 1,-46-25-423,-1-1-6061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9:1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24575,'6'0'0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02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547 59 24575,'-54'-3'0,"1"-2"0,-66-15 0,60 9 0,-85-5 0,125 15 0,11 0 0,0 0 0,0 1 0,0 0 0,0 0 0,0 1 0,0 0 0,0 0 0,-8 3 0,15-3 0,0 0 0,-1 0 0,1 0 0,0 0 0,0 0 0,0 0 0,0 0 0,0 0 0,0 0 0,0 1 0,0-1 0,0 0 0,0 1 0,1-1 0,-1 0 0,1 1 0,-1-1 0,1 1 0,-1-1 0,1 1 0,0-1 0,0 1 0,0-1 0,0 1 0,0 2 0,1 5 0,0 1 0,0-1 0,4 11 0,-3-10 0,105 406 0,-30-120 0,-57-215 0,11 80 134,-6-28-1633,-19-107-5327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03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24575,'0'-1'0,"0"0"0,0 0 0,1 0 0,-1 0 0,0-1 0,0 1 0,1 0 0,-1 0 0,1 0 0,-1 0 0,1 0 0,-1 0 0,1 0 0,0 0 0,-1 0 0,1 0 0,0 0 0,0 0 0,0 1 0,0-1 0,0 0 0,0 0 0,0 1 0,1-1 0,3-2 0,0 1 0,0 0 0,1 1 0,5-2 0,3-1 0,150-33 0,-27 6 0,-100 21 0,1 1 0,0 2 0,54-3 0,25 10-1365,-89 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04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7 24575,'0'0'0,"0"-1"0,0 1 0,0 0 0,0-1 0,0 1 0,0 0 0,0 0 0,0-1 0,-1 1 0,1 0 0,0 0 0,0 0 0,0-1 0,0 1 0,0 0 0,0 0 0,-1-1 0,1 1 0,0 0 0,0 0 0,0 0 0,-1 0 0,1-1 0,0 1 0,0 0 0,0 0 0,-1 0 0,1 0 0,0 0 0,0 0 0,-1 0 0,1 0 0,0 0 0,0 0 0,-1-1 0,1 1 0,0 0 0,0 0 0,-1 1 0,1-1 0,-1 0 0,-13 3 0,-2 4 0,-1 1 0,1 1 0,0 1 0,1 0 0,0 0 0,-13 15 0,15-15 0,-126 114 0,112-94 0,1 0 0,-39 59 0,42-53 0,2 1 0,2 1 0,1 1 0,2 0 0,2 1 0,2 1 0,1 0 0,-7 60 0,13-27 0,3 0 0,12 114 0,-5-151 0,1-1 0,2-1 0,19 58 0,54 94 0,-74-174 0,1 1 0,-1-1 0,2-1 0,0 1 0,1-2 0,0 1 0,0-1 0,22 17 0,-10-11-67,-13-9-193,0-1 1,1 0-1,0-1 1,12 6-1,1-3-6566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05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24575,'2'-2'0,"0"1"0,0-1 0,0 1 0,1 0 0,-1 0 0,1 0 0,-1 0 0,1 0 0,-1 0 0,1 1 0,3-1 0,0 0 0,1 0 0,-1 1 0,11 1 0,-9 0 0,-1 1 0,1-1 0,-1 2 0,0-1 0,0 1 0,0 0 0,0 1 0,-1-1 0,1 1 0,-1 1 0,0-1 0,10 10 0,3 6 0,0 1 0,18 26 0,-25-31 0,16 22 0,23 29 0,-42-57 0,-1-1 0,1-1 0,1 0 0,20 14 0,57 36 0,-73-47 0,-1 0 0,-1 1 0,0 0 0,13 17 0,12 16 89,7 10-1543,-31-36-5372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0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 24575,'-3'0'0,"1"1"0,-1-1 0,1 1 0,0-1 0,-1 1 0,1 0 0,0 0 0,-1 0 0,1 1 0,0-1 0,0 0 0,0 1 0,0 0 0,1-1 0,-3 4 0,-26 31 0,25-29 0,-16 25 0,-34 70 0,36-62 0,6-14 0,-1 1 0,0 0 0,-29 39 0,40-62 0,-20 24 0,2 2 0,-34 59 0,43-67 0,-23 31 0,3-5 0,22-33 0,-1-1 0,-24 24 0,19-20 0,7-6-1365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08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24575,'4'0'0,"0"1"0,1-1 0,-1 1 0,0 0 0,0 1 0,0-1 0,0 1 0,0-1 0,0 1 0,0 0 0,4 3 0,0 2 0,1-1 0,-1 1 0,9 10 0,3 7 0,-1 0 0,-1 1 0,-1 1 0,-1 0 0,-1 2 0,17 44 0,14 37 0,23 65 0,-10 9 0,-49-150 0,-1 1 0,-3-1 0,0 1 0,0 41 0,-6 138 0,-2-109 0,1 271 0,-1-349 0,-1 1 0,-1 0 0,-1-1 0,-16 48 0,10-45 0,0-1 0,-20 32 0,17-34 0,1 1 0,-15 45 0,24-54-116,3-12 165,-1 0 0,1 0 1,-1 1-1,-6 10 0,8-17-93,-1 1 0,1 0 0,-1 0 0,1 0 0,-1 0 0,0 0 0,0-1 0,1 1 0,-1 0 0,0 0 0,0-1 0,0 1 0,0-1 0,0 1 0,0-1 0,0 1 0,0-1 1,0 0-1,0 1 0,0-1 0,0 0 0,0 0 0,0 0 0,0 0 0,0 0 0,0 0 0,0 0 0,0 0 0,0 0 0,0 0 0,0 0 0,0-1 0,-2 0 0,-24-12-6782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12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621 93 24575,'0'-2'0,"0"0"0,0 1 0,-1-1 0,1 0 0,-1 1 0,1-1 0,-1 1 0,1-1 0,-1 1 0,0-1 0,0 1 0,0-1 0,0 1 0,0 0 0,0 0 0,-2-2 0,-22-16 0,21 16 0,-7-3 0,0 0 0,0 1 0,0 0 0,-1 1 0,1 0 0,-1 1 0,0 0 0,0 1 0,-16-1 0,-16 0 0,-55 5 0,39 0 0,38-2 0,7 0 0,0 0 0,0 1 0,-19 4 0,30-4 0,-1 1 0,0-1 0,0 1 0,1 0 0,-1 0 0,1 1 0,-1-1 0,1 1 0,0 0 0,0 0 0,0 0 0,0 1 0,-4 6 0,-1 1 0,0 1 0,1 0 0,1 1 0,0 0 0,1 0 0,0 1 0,1-1 0,-5 23 0,6-15 0,0 1 0,2 0 0,1 0 0,2 43 0,4-22 0,16 70 0,18 32 0,-37-141 0,53 211 0,-46-167 0,-2 0 0,1 74 0,-11 290-1365,3-391-5461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13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7 152 24575,'0'0'0,"-1"-1"0,0 0 0,1 0 0,-1 0 0,0 0 0,1 0 0,-1 0 0,1 0 0,0 0 0,-1 0 0,1 0 0,0-1 0,-1 1 0,1 0 0,0 0 0,0 0 0,0 0 0,0 0 0,0-1 0,0 1 0,1 0 0,-1 0 0,0 0 0,1 0 0,-1 0 0,0 0 0,1 0 0,-1 0 0,1 0 0,0 0 0,-1 0 0,1 0 0,0 0 0,0-1 0,2-1 0,0-1 0,1 1 0,-1 0 0,1 0 0,-1 0 0,1 1 0,5-4 0,3 0 0,0 1 0,1 1 0,0 0 0,25-5 0,56-2 0,-36 6 0,-34 1 0,24-7 0,-28 6 0,0 0 0,25-1 0,15 4 29,-30 1-726,37-4 0,-45 1-6129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15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0 24575,'-3'3'0,"-1"-1"0,1 0 0,-1 1 0,1 0 0,0 0 0,0 0 0,0 0 0,0 0 0,-4 7 0,4-6 0,-14 20 0,2 1 0,0 0 0,-14 35 0,-27 86 0,12-29 0,34-91 0,-46 123 0,49-128 0,2 1 0,1 0 0,0 0 0,2 1 0,0 22 0,8 324 0,-7-337 0,2 49 0,0-70 0,0 1 0,1-1 0,1 0 0,-1 0 0,6 11 0,-3-11 0,2 1 0,-1-1 0,2-1 0,12 16 0,7 10 0,15 35 0,-26-43 0,30 43 0,-35-58 0,-1 1 0,25 25 0,-30-35 0,1 0 0,-1 0 0,0 0 0,1 0 0,0-1 0,0 0 0,0-1 0,11 5 0,5-2-1365,-1-2-5461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1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24575,'8'4'0,"-1"-1"0,0 1 0,1 0 0,-1 0 0,-1 1 0,1 0 0,-1 0 0,0 1 0,0 0 0,0 0 0,-1 0 0,8 12 0,2 7 0,0 2 0,12 32 0,0-2 0,2-1 0,3-1 0,2-1 0,63 76 0,-96-129-8,19 21-263,-1 0-1,0 2 1,-2 0-1,19 36 1,-19-20-6555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18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0 24575,'0'3'0,"-1"-1"0,1 0 0,-1 0 0,0 0 0,0 0 0,0 0 0,0 0 0,-2 2 0,-2 6 0,-30 82 0,19-50 0,-1 0 0,-35 63 0,32-74 0,-1-2 0,-2 0 0,-38 38 0,-23 29 0,45-48 0,8-16-90,-60 50 0,57-54-1095,8-5-5641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19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24575,'0'38'0,"-1"80"0,19 149 0,-6-156 0,-5 163 0,-7-267-341,0 0 0,-1 0-1,-1 10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24575,'3'-2'0,"0"0"0,1 0 0,-1 1 0,1-1 0,-1 1 0,1 0 0,-1 0 0,1 0 0,-1 0 0,1 1 0,7-1 0,3-1 0,-1 0 0,35-6 0,52-16 0,77-21 0,-151 40 0,1 2 0,1 1 0,-1 1 0,45 4 0,-64-2-273,0 0 0,1 1 0,-2 0 0,16 6 0,0 3-6553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2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24575,'4'0'0,"0"1"0,0-1 0,0 0 0,0 1 0,0 0 0,0 0 0,0 0 0,0 1 0,0-1 0,0 1 0,0 0 0,-1 0 0,7 5 0,-5-3 0,-2-1 0,1 1 0,0 1 0,-1-1 0,1 1 0,-1-1 0,-1 1 0,1 0 0,2 7 0,1 5 0,-1 1 0,0 1 0,-2-1 0,0 1 0,0 19 0,0-15 0,0 0 0,1 0 0,2 0 0,15 43 0,-3-26 0,38 65 0,-48-92 0,6 10 0,-1 0 0,11 29 0,-22-47 0,0 1 0,1-1 0,0 0 0,0 0 0,4 5 0,-7-9 0,0 0 0,1-1 0,-1 1 0,1 0 0,-1-1 0,1 1 0,0-1 0,-1 1 0,1-1 0,-1 1 0,1-1 0,0 1 0,-1-1 0,1 0 0,0 1 0,0-1 0,-1 0 0,1 0 0,0 1 0,0-1 0,-1 0 0,1 0 0,0 0 0,0 0 0,0 0 0,-1 0 0,1 0 0,0 0 0,0 0 0,0 0 0,-1-1 0,1 1 0,0 0 0,0-1 0,-1 1 0,1 0 0,0-1 0,-1 1 0,1-1 0,0 1 0,-1-1 0,1 1 0,-1-1 0,1 1 0,-1-1 0,1 0 0,0-1 0,4-6 0,-1 0 0,0 0 0,0-1 0,-1 1 0,0-1 0,0 0 0,1-11 0,2-4 0,26-125 0,-6 22 0,-19 104 0,1 1 0,1-1 0,14-24 0,4-9 0,-15 28-273,-1-1 0,-1-1 0,-2 0 0,9-56 0,-15 62-6553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24575,'3'3'0,"0"-1"0,0 0 0,0 0 0,1 0 0,-1 0 0,1 0 0,-1-1 0,5 2 0,8 3 0,-1 1 0,-1 1 0,-1 0 0,1 1 0,-2 1 0,23 21 0,-12-8 0,38 52 0,13 49 0,-34-54 0,-14-19 0,-2 1 0,32 99 0,-53-141 0,24 75 0,23 126 0,-43-161 0,1 69 0,-10 50 0,0-76 0,1 248-1365,1-307-5461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4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24575,'14'0'0,"-1"-1"0,1-1 0,0 0 0,17-5 0,50-23 0,-56 22 0,-1 0 0,1 1 0,0 2 0,27-3 0,101-2 0,-62 9-1365,-71 1-5461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5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24575,'6'0'0,"11"-3"0,21-1 0,12-9 0,5-2 0,-5 1 0,-5 4 0,-7 3 0,-3 2 0,0 0 0,-2 0 0,-1 2 0,-6 0-8191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6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24575,'5'0'0,"-1"1"0,0 0 0,-1-1 0,1 1 0,0 1 0,0-1 0,0 1 0,0-1 0,-1 1 0,1 0 0,-1 0 0,0 1 0,1-1 0,-1 1 0,0-1 0,4 6 0,5 6 0,-1 0 0,14 23 0,-10-15 0,5 7 0,1 0 0,35 34 0,-28-32 0,-19-20 0,18 16 0,-24-24 0,1 0 0,-1 0 0,1-1 0,0 0 0,0 1 0,0-1 0,0-1 0,0 1 0,8 1 0,-5-1 0,0-1 0,-1-1 0,1 1 0,0-1 0,0 0 0,0 0 0,0-1 0,0 0 0,-1 0 0,1-1 0,0 0 0,-1 0 0,13-6 0,-9 2 0,1-1 0,-1 0 0,-1 0 0,1-1 0,-1 0 0,15-19 0,-22 25 0,13-15 0,16-15 0,-25 27 0,0 0 0,0 1 0,0-1 0,1 1 0,-1 1 0,14-6 0,50-13 0,-64 20 12,0 0 0,0 1 0,0-1 0,0 1-1,0 0 1,0 1 0,0 0 0,0 0 0,8 0 0,-2 2-383,-1 0 0,1 1 0,17 6 0,5 4-6455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2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24575,'0'1'0,"0"1"0,0-1 0,1 1 0,-1-1 0,0 1 0,0-1 0,1 0 0,-1 1 0,1-1 0,-1 1 0,1-1 0,0 0 0,-1 1 0,1-1 0,0 0 0,0 0 0,0 0 0,0 0 0,2 2 0,-1-2 0,0 1 0,0-1 0,0 0 0,0 0 0,1 0 0,-1-1 0,0 1 0,1 0 0,-1-1 0,0 1 0,3-1 0,5 0 0,0 0 0,0-1 0,0 0 0,17-5 0,-9 1 0,0-1 0,28-14 0,-32 13 0,1 1 0,0 0 0,0 1 0,27-6 0,-29 10 0,1 0 0,-1 1 0,0 1 0,0 0 0,1 1 0,-1 0 0,0 1 0,0 1 0,-1 0 0,1 0 0,-1 1 0,15 9 0,0-2 12,0-1-1,40 11 1,-14-5-1412,-25-8-5426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3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24575,'0'723'-1365,"0"-698"-5461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31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24575,'9'-9'0,"-7"6"0,1 0 0,-1 1 0,0 0 0,1-1 0,0 1 0,-1 0 0,1 0 0,0 1 0,0-1 0,0 1 0,5-2 0,11-3 0,0 2 0,1 0 0,0 1 0,22-1 0,83 4 0,-74 2 0,200-1-1365,-225-1-5461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42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766 1 24575,'0'7'0,"-1"1"0,0-1 0,0 0 0,-1 1 0,0-1 0,0 0 0,-1 0 0,0 0 0,0 0 0,-8 11 0,1-3 0,-1 0 0,-1-1 0,-16 15 0,-19 14 0,-88 61 0,8-8 0,120-90 0,-14 11 0,0 1 0,1 1 0,1 0 0,-19 27 0,26-29 0,0-1 0,-1 0 0,-1-1 0,-19 17 0,2-7 0,-72 68 0,100-90 0,0-1 0,1 1 0,-1 0 0,1 0 0,0 1 0,0-1 0,-3 7 0,5-10 0,0 1 0,0-1 0,0 1 0,-1 0 0,1-1 0,0 1 0,0 0 0,0-1 0,0 1 0,0 0 0,0-1 0,1 1 0,-1 0 0,0-1 0,0 1 0,0-1 0,1 1 0,-1 0 0,1 0 0,-1 0 0,1 0 0,0-1 0,0 1 0,0 0 0,-1-1 0,1 1 0,0-1 0,0 1 0,0-1 0,0 1 0,0-1 0,0 0 0,0 1 0,0-1 0,2 0 0,26 3 0,-19-2 0,0 0 0,18 5 0,-4 2 0,0 2 0,-1 0 0,32 19 0,61 47 0,-96-61 0,0 1 0,-1 1 0,-1 1 0,22 27 0,54 86 0,-51-68 0,-3-5 0,46 61 0,25 5-1365,-97-104-5461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43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24575,'6'0'0,"-1"0"0,1 1 0,0 0 0,0 0 0,0 1 0,-1-1 0,1 1 0,-1 0 0,1 1 0,-1-1 0,0 1 0,0 0 0,0 1 0,0-1 0,-1 1 0,1 0 0,-1 0 0,0 0 0,5 8 0,4 5 0,-1 2 0,-2 0 0,17 38 0,-16-32 0,20 45 0,31 111 0,-55-159 0,0-1 0,1 0 0,2-1 0,0 0 0,0 0 0,2-1 0,1 0 0,23 26 0,-35-44 0,0 1 0,1 0 0,-1-1 0,1 0 0,0 1 0,0-1 0,-1 0 0,1 0 0,0 1 0,0-2 0,0 1 0,0 0 0,0 0 0,0-1 0,1 1 0,-1-1 0,0 1 0,4-1 0,-4 0 0,0-1 0,0 0 0,0 1 0,0-1 0,0 0 0,-1 0 0,1 0 0,0 0 0,0 0 0,-1 0 0,1-1 0,-1 1 0,1 0 0,-1-1 0,0 0 0,0 1 0,1-1 0,-1 1 0,0-1 0,1-2 0,4-9 0,0 0 0,-1 0 0,0-1 0,-1 1 0,2-16 0,8-72 0,-12 90 0,1-28 0,-2 22 0,0 0 0,2 0 0,0 0 0,0 0 0,9-20 0,-8 26 0,12-26 0,-1-1 0,13-57 0,-22 73-170,1 1-1,1 0 1,1 0 0,20-35-1,-23 46-342,7-14-6313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44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24575,'3'5'0,"0"-1"0,0 0 0,0 1 0,-1-1 0,1 1 0,-1 0 0,0 0 0,1 5 0,4 9 0,17 35 0,36 90 0,-50-112 0,-1-1 0,-2 1 0,-1 1 0,3 44 0,-5 131 0,-5-202-33,0 1-1,0-1 1,0 1-1,-1-1 1,0 0-1,0 1 1,-1-1-1,1 0 1,-2 0-1,-3 6 1,-1 2-964,-1 4-5829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49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46 271 24575,'6'1'0,"0"0"0,0 1 0,-1-1 0,1 1 0,0 0 0,-1 0 0,1 1 0,-1-1 0,0 1 0,9 7 0,-4-3 0,20 13 0,52 46 0,21 33 0,-95-91 0,14 16 0,0 0 0,-2 2 0,-1 1 0,16 29 0,-7-4 0,29 75 0,-35-67 0,32 69 0,-48-115 0,0-1 0,0 1 0,-1 1 0,-1-1 0,0 1 0,-1-1 0,-1 1 0,1 20 0,-3-17 0,1-1 0,1 1 0,5 20 0,-6-33 0,0-1 0,0 1 0,1-1 0,0 0 0,0 0 0,0 0 0,0 0 0,1 0 0,-1 0 0,1 0 0,0-1 0,0 1 0,0-1 0,1 0 0,-1 0 0,1 0 0,5 3 0,-8-5 0,1-1 0,-1 1 0,0 0 0,1-1 0,-1 1 0,1-1 0,-1 0 0,1 1 0,-1-1 0,1 0 0,-1 0 0,1 0 0,-1 0 0,1 0 0,-1 0 0,1 0 0,-1-1 0,0 1 0,1 0 0,-1-1 0,1 0 0,-1 1 0,0-1 0,1 0 0,-1 1 0,0-1 0,1 0 0,-1 0 0,0 0 0,0 0 0,0 0 0,0 0 0,0 0 0,0-1 0,0 1 0,-1 0 0,1 0 0,0-2 0,4-7 0,0 0 0,-2 0 0,1 0 0,3-15 0,-3 8 0,22-81 0,17-134 0,6-38 0,-35 200 0,-7 44 0,1-1 0,1 1 0,22-41 0,11-31 0,-29 63 0,20-35 0,-20 45 0,-1 0 0,-2 0 0,11-38 0,-20 56 0,1 1 0,-1-1 0,0 1 0,-1-9 0,0 14 0,0-1 0,0 1 0,0-1 0,0 1 0,0 0 0,-1-1 0,1 1 0,-1-1 0,1 1 0,-1 0 0,1-1 0,-1 1 0,0 0 0,0-1 0,1 1 0,-1 0 0,0 0 0,0 0 0,0 0 0,0 0 0,-1 0 0,1 0 0,0 0 0,0 1 0,-3-2 0,-1 0 0,-1 0 0,1 1 0,-1 0 0,0 0 0,0 1 0,1 0 0,-1 0 0,-8 0 0,-50 11 0,46-8 0,-63 11 0,10-2 0,-107 31 0,170-40 0,-132 39 0,113-35 0,-1-2 0,0 0 0,-33-1 0,-8-3 0,-83 4 0,125-3-88,-57 7-1189,58-3-5549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0 24575,'-20'0'0,"1"1"0,-1 1 0,-25 5 0,36-5 0,0 0 0,1 1 0,-1 1 0,1-1 0,0 1 0,0 1 0,0-1 0,1 1 0,-11 9 0,4 0 0,0 1 0,2 0 0,-1 0 0,-13 25 0,21-32 0,1 1 0,0 0 0,0 0 0,1 0 0,1 1 0,-1-1 0,1 1 0,-1 19 0,2 7 0,4 40 0,-1-20 0,3 25 0,18 95 0,-9-83 0,-6-45 0,2 0 0,2 0 0,27 66 0,-24-77 0,19 53 0,-29-75 0,-1 1 0,-1 0 0,3 31 0,-6 83-577,0-113-211,0 5-6038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2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24575,'1'-4'0,"-1"0"0,1 0 0,0 1 0,0-1 0,1 1 0,-1-1 0,1 0 0,-1 1 0,1 0 0,0-1 0,1 1 0,-1 0 0,0 0 0,1 0 0,0 1 0,-1-1 0,7-3 0,-2 0 0,-1 1 0,2 1 0,-1 0 0,0 0 0,1 0 0,0 1 0,9-3 0,244-48 0,-220 49-26,0 2 0,59 4 1,-40 0-1263,-39-1-5538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1 24575,'-10'0'0,"-1"2"0,1-1 0,-1 1 0,1 1 0,0 0 0,0 0 0,0 1 0,0 0 0,-10 6 0,-8 7 0,-41 32 0,32-18 0,3 1 0,0 2 0,-38 52 0,54-64 0,2 2 0,0 0 0,2 1 0,-21 49 0,14-17 0,-17 72 0,31-96 0,1 1 0,-2 56 0,7 69 0,2-103 0,1-13 0,2 1 0,16 71 0,32 82 0,-43-164 0,30 84 0,-34-105 0,1-1 0,0 1 0,0-1 0,1 0 0,1 0 0,-1-1 0,15 14 0,-3-10-1365,-2-5-5461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24575,'22'0'0,"-1"1"0,27 5 0,-38-4 0,0 0 0,1 1 0,-1 1 0,0 0 0,-1 0 0,15 9 0,131 100 0,-57-39 0,-89-67 0,230 150 0,-90-66-1365,-128-76-5461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17 24575,'-2'-2'0,"0"1"0,1-1 0,-1 1 0,0-1 0,0 1 0,0 0 0,0 0 0,0 0 0,0 0 0,0 0 0,0 1 0,0-1 0,-1 1 0,1-1 0,0 1 0,0 0 0,-1-1 0,1 1 0,0 0 0,0 1 0,-1-1 0,1 0 0,0 1 0,0-1 0,-1 1 0,1 0 0,0 0 0,0 0 0,-2 1 0,-5 4 0,0 0 0,0 0 0,0 1 0,-13 15 0,13-13 0,-2 2 0,1 1 0,0 0 0,1 0 0,-10 19 0,-25 57 0,32-63 0,-49 107 0,-23 48 0,72-154-455,0 0 0,-9 33 0,15-35-6371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5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24575,'3'1'0,"0"-1"0,0 1 0,0-1 0,0 1 0,0 0 0,0 0 0,0 0 0,0 1 0,-1-1 0,1 0 0,0 1 0,2 2 0,28 26 0,-30-27 0,13 15 0,0 1 0,-1 0 0,-1 1 0,14 29 0,39 91 0,-39-77 0,175 409 0,-189-436 0,-1 1 0,-2 1 0,-1 0 0,5 46 0,-11 138-501,-4-188-363,-1-13-5962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5:57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24575,'11'1'0,"0"0"0,0 1 0,0 0 0,0 0 0,0 1 0,-1 0 0,0 1 0,1 1 0,-2-1 0,1 2 0,0-1 0,-1 1 0,14 12 0,1 3 0,-1 1 0,0 2 0,25 34 0,-8-3 0,-20-28 0,0 0 0,2-2 0,36 35 0,-48-52 0,-1 2 0,-1-1 0,0 1 0,10 15 0,-1-1 0,-9-14 0,0-2 0,1 1 0,0-1 0,1-1 0,-1 0 0,1 0 0,17 8 0,-16-9 0,1 0 0,-2 1 0,1 1 0,-1 0 0,0 0 0,12 14 0,-13-11 0,0 1 0,13 24 0,-20-33 0,0 1 0,-1 0 0,1 0 0,-1 0 0,1 0 0,-1 0 0,0 0 0,-1 1 0,1-1 0,-1 0 0,0 0 0,0 1 0,0-1 0,-1 6 0,-2-2 0,0 0 0,0-1 0,-1 1 0,1-1 0,-2 0 0,-4 8 0,-36 39 0,14-18 0,-141 197 0,83-109 0,67-93-455,2 1 0,-33 68 0,41-72-6371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9:20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24575,'1616'0'0,"-1287"-9"0,-6 0 0,731 9 0,-1023 3 0,0 0 0,-1 2 0,0 1 0,32 11 0,23 4 0,52 6 0,145 34 0,36 5 0,-245-55 0,100 10 0,-73-13 0,67 7 0,-135-9 0,0 0 0,54 21 0,8 2 0,411 83-506,7-44 0,-292-64 925,-134-4-123,100 11 1,62 29-297,74 9 0,61-27-851,5-20-208,-272-3 278,535-1-1923,382 0 2736,-784 21 3186,-95-3-1877,315 2-1881,4-16-471,-328-3 747,2166-1-1914,-113 2 6975,488 0-6788,-2663-1 2322,0-2 0,-1 0 0,40-12 0,18-3 336,10 9-514,144 3 0,-11 1-1824,-139-2-5155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39:26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24575,'5'0'0,"6"-3"0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0:2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1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59 125 24575,'0'-5'0,"0"0"0,1 0 0,0 0 0,0 0 0,0 0 0,1 0 0,-1 0 0,1 0 0,0 1 0,1-1 0,-1 0 0,1 1 0,0 0 0,0 0 0,0 0 0,1 0 0,-1 0 0,1 1 0,0-1 0,0 1 0,6-4 0,-4 4 0,0 0 0,0 0 0,0 0 0,0 0 0,0 1 0,1 0 0,-1 1 0,1-1 0,0 1 0,-1 1 0,1-1 0,0 1 0,0 0 0,-1 0 0,13 3 0,-16-2 0,-1 0 0,0 0 0,1 0 0,-1 0 0,0 0 0,0 0 0,0 1 0,0-1 0,0 1 0,0-1 0,0 1 0,-1 0 0,1 0 0,0 0 0,-1 0 0,0 0 0,1 0 0,-1 0 0,0 1 0,0-1 0,0 0 0,0 1 0,-1-1 0,1 0 0,0 4 0,1 7 0,-1 0 0,0 1 0,-2 20 0,1-21 0,1 22 0,2 0 0,7 41 0,3 20 0,-10-70 0,-2 1 0,0 0 0,-2 0 0,-1-1 0,-1 1 0,-13 49 0,-32 122 0,47-193 0,0 0 0,0-1 0,0 1 0,-1-1 0,0 1 0,1-1 0,-1 0 0,-5 8 0,5-10 0,1 0 0,-1-1 0,0 1 0,0 0 0,0 0 0,0-1 0,0 1 0,-1-1 0,1 0 0,0 0 0,-1 0 0,1 0 0,-1 0 0,1 0 0,-1-1 0,0 1 0,-3 0 0,-11 0 0,0 0 0,-25-1 0,36-1 0,1 1 0,-1-1 0,0 0 0,1 0 0,-1-1 0,1 0 0,-1 0 0,1 0 0,0 0 0,-10-7 0,13 7 0,-1-1 0,1 1 0,-1-1 0,1 0 0,0 0 0,0 0 0,0 0 0,1 0 0,-1 0 0,1-1 0,0 1 0,0 0 0,0-1 0,0 1 0,0-7 0,-1-5 0,2 1 0,1-23 0,0 22 0,-1 7 0,0 0 0,1-1 0,0 1 0,4-14 0,-4 19 0,0 1 0,0 0 0,0 0 0,0-1 0,1 1 0,-1 0 0,1 0 0,-1 0 0,1 1 0,0-1 0,-1 0 0,1 0 0,0 1 0,0-1 0,0 1 0,0 0 0,0 0 0,1-1 0,-1 1 0,4-1 0,3 0 0,1 0 0,-1 1 0,1 0 0,-1 0 0,1 1 0,0 0 0,-1 1 0,1 0 0,12 3 0,11 4 0,41 15 0,-51-14 0,-14-6-273,-2 0 0,1 0 0,0 1 0,9 6 0,2 5-6553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15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414 107 24575,'0'-3'0,"-1"-1"0,1 1 0,-1 0 0,0 0 0,0 0 0,0 0 0,0 0 0,-1 0 0,1 0 0,-1 0 0,1 0 0,-1 1 0,0-1 0,0 1 0,0-1 0,-1 1 0,1 0 0,-1 0 0,1 0 0,-1 0 0,0 0 0,1 0 0,-7-2 0,-5-2 0,-1 0 0,0 0 0,-23-4 0,36 10 0,-30-6 0,0 2 0,-1 1 0,-65 2 0,78 2 0,17-1 0,-1 0 0,0 0 0,0 1 0,1-1 0,-1 1 0,0 0 0,1 0 0,-5 2 0,6-2 0,1 0 0,-1 0 0,1 0 0,-1 0 0,1 0 0,-1 1 0,1-1 0,0 1 0,-1-1 0,1 1 0,0-1 0,0 1 0,0-1 0,0 1 0,1 0 0,-1 0 0,0-1 0,0 3 0,-2 14 0,1 0 0,0-1 0,1 1 0,1 0 0,3 23 0,-1 4 0,1-21 0,0 0 0,1 0 0,10 31 0,6 33 0,6 55 0,3 24 0,-23-117 0,0 69 0,-6-89-1365,-1-5-5461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16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24575,'3'-4'0,"16"0"0,11 0 0,3-2 0,8 0 0,6 1 0,1 1 0,-4-4 0,-5-2 0,-5 2 0,4-1 0,-2-2 0,4 1 0,0 1 0,-8 4-8191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17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24575,'12'0'0,"10"0"0,11 0 0,16 0 0,11 0 0,17 0 0,15-6 0,10-2 0,10 0 0,6-1 0,8-12 0,-10-1 0,-1 2 0,7-1 0,0 3 0,-8 5 0,-24 4-8191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19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24575,'2'-6'0,"0"-1"0,0 1 0,1 1 0,0-1 0,0 0 0,0 1 0,1 0 0,0-1 0,0 1 0,0 1 0,1-1 0,7-5 0,7-5 0,0 2 0,23-13 0,-14 9 0,-25 15 0,1 0 0,-1 0 0,0 1 0,1-1 0,-1 1 0,1 0 0,-1 0 0,1 0 0,-1 0 0,1 0 0,0 1 0,-1 0 0,8 0 0,-9 1 0,1-1 0,0 1 0,0 0 0,-1 0 0,1 0 0,0 0 0,-1 1 0,1-1 0,-1 1 0,0-1 0,1 1 0,-1 0 0,0 0 0,0 0 0,0 0 0,-1 1 0,1-1 0,2 3 0,0 3 0,0-1 0,0 1 0,-1 0 0,0 0 0,0 1 0,-1-1 0,2 10 0,4 62 0,-7-65 0,1 322 0,-2-330 0,0 0 0,-1-1 0,0 1 0,0 0 0,-1-1 0,0 1 0,-5 10 0,6-14 0,-1-1 0,1 1 0,-1 0 0,0-1 0,0 0 0,0 1 0,-1-1 0,1 0 0,0 0 0,-1 0 0,1-1 0,-1 1 0,0-1 0,0 1 0,0-1 0,1 0 0,-1 0 0,-6 1 0,-8 1 0,0-1 0,0-1 0,1-1 0,-26-3 0,17 2 0,20 0 0,0 1 0,-1-1 0,1 0 0,0 0 0,0-1 0,-9-3 0,13 4 0,0 1 0,0 0 0,0-1 0,0 1 0,1-1 0,-1 1 0,0-1 0,0 1 0,1-1 0,-1 0 0,0 1 0,1-1 0,-1 0 0,1 1 0,-1-1 0,1 0 0,-1 0 0,1 0 0,0 1 0,-1-1 0,1 0 0,0 0 0,-1 0 0,1 0 0,0 0 0,0 0 0,0 0 0,0 0 0,0 1 0,0-1 0,0 0 0,0 0 0,1 0 0,-1 0 0,0 0 0,0 0 0,1 0 0,-1 1 0,0-1 0,1 0 0,-1 0 0,1 0 0,-1 1 0,1-1 0,0 0 0,-1 1 0,2-2 0,1-1 0,1 1 0,-1-1 0,1 1 0,0-1 0,0 1 0,0 0 0,0 0 0,0 1 0,0 0 0,0-1 0,1 1 0,-1 0 0,7 0 0,9-3 0,17-7-51,62-29 0,-56 21-1212,-22 11-5563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20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24575,'1'-1'0,"0"0"0,1 0 0,-1 0 0,1 0 0,-1 0 0,1 0 0,-1 0 0,1 1 0,0-1 0,-1 0 0,1 1 0,0 0 0,0-1 0,-1 1 0,1 0 0,0 0 0,0 0 0,-1 0 0,1 0 0,0 0 0,0 0 0,-1 1 0,1-1 0,0 1 0,-1-1 0,1 1 0,2 1 0,4 2 0,-1 1 0,1-1 0,-1 2 0,8 5 0,-8-5 0,62 47 0,-28-23 0,-2 1 0,56 58 0,-21-8 0,-55-66-1365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2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0 24575,'-3'0'0,"0"0"0,1 1 0,-1-1 0,0 1 0,1 0 0,-1 0 0,1 0 0,-1 0 0,1 0 0,-1 0 0,1 1 0,0-1 0,0 1 0,0-1 0,-1 1 0,2 0 0,-1 0 0,0 0 0,0 0 0,1 0 0,-3 5 0,-2 3 0,0 1 0,1 0 0,-5 18 0,8-23 0,-15 41 0,-48 159 0,19-35 0,35-141-1365,1-6-5461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23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24575,'2'-1'0,"1"1"0,0 0 0,-1-1 0,1 0 0,0 0 0,-1 0 0,1 0 0,-1 0 0,1 0 0,-1 0 0,3-3 0,27-21 0,-16 11 0,1 0 0,1-1 0,1 1 0,1 0 0,32-17 0,-46 29 0,0-1 0,1 1 0,-1-1 0,0 2 0,1-1 0,0 1 0,-1 0 0,1 0 0,0 1 0,-1 0 0,1 0 0,0 0 0,-1 1 0,1 0 0,0 1 0,-1-1 0,9 5 0,-4-2 0,-1 1 0,0 1 0,0 0 0,-1 1 0,10 7 0,41 43 0,-41-38 0,-16-15 0,1 0 0,-1 1 0,0-1 0,0 1 0,-1-1 0,1 1 0,-1 0 0,0 0 0,0 0 0,-1 0 0,0 0 0,2 10 0,-1 5 0,-1 0 0,-2 22 0,0-18 0,1 115 0,-3 72 0,3-204 0,-1 0 0,0 0 0,0-1 0,0 1 0,-1-1 0,0 1 0,0-1 0,-1 1 0,0-1 0,0 0 0,0 0 0,-5 5 0,6-8 0,-1 0 0,0 0 0,0 0 0,0-1 0,0 1 0,0-1 0,-1 0 0,1 0 0,0 0 0,-1 0 0,0-1 0,1 1 0,-1-1 0,0 0 0,0 0 0,0-1 0,0 1 0,0-1 0,0 0 0,0 0 0,-7 0 0,-7-3 0,0-1 0,-31-10 0,-4-1 0,48 14 0,0-1 0,0 1 0,0-1 0,1 1 0,-1-2 0,0 1 0,1 0 0,-1-1 0,1 0 0,0 0 0,0 0 0,0-1 0,0 1 0,0-1 0,1 0 0,0 0 0,0 0 0,0 0 0,0-1 0,0 1 0,1-1 0,0 0 0,0 0 0,-2-7 0,0-7 0,1 1 0,1 0 0,1-1 0,0 0 0,2 1 0,3-29 0,-3 43 0,0 0 0,0 0 0,1 0 0,-1 0 0,1 1 0,0-1 0,0 0 0,0 1 0,1 0 0,-1-1 0,1 1 0,0 0 0,0 0 0,0 1 0,0-1 0,0 1 0,1-1 0,4-1 0,6-4 0,0 0 0,1 1 0,20-6 0,-13 6-227,1 0-1,0 2 1,0 1-1,1 0 1,35 0-1,-37 4-6598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2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24575,'32'0'0,"-15"1"0,0-1 0,20-2 0,-33 1 0,0 0 0,0-1 0,1 1 0,-1-1 0,0 0 0,-1 0 0,1 0 0,0 0 0,0-1 0,-1 1 0,0-1 0,1 0 0,4-5 0,3-6 0,0-1 0,10-16 0,9-12 0,-27 39 0,0 1 0,0 0 0,0 1 0,0-1 0,0 0 0,1 1 0,-1 0 0,1-1 0,0 2 0,-1-1 0,1 0 0,0 1 0,0-1 0,8 0 0,-9 2 0,0-1 0,-1 1 0,1 1 0,0-1 0,-1 0 0,1 1 0,0-1 0,-1 1 0,1 0 0,-1 0 0,1 0 0,-1 0 0,1 0 0,-1 1 0,0-1 0,1 1 0,-1-1 0,0 1 0,0 0 0,0 0 0,0 0 0,-1 0 0,1 0 0,1 3 0,4 7 0,0 1 0,-2 0 0,1 0 0,-2 1 0,6 24 0,4 12 0,-4-23 0,1 0 0,15 28 0,-18-40 0,1-1 0,1 0 0,0 0 0,0-1 0,14 11 0,15 13-1365,-23-22-5461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26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24575,'9'3'0,"12"4"0,3 1-8191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28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0 24575,'-4'0'0,"-1"0"0,0 0 0,1 1 0,-1-1 0,1 1 0,-1 0 0,1 0 0,-1 1 0,1-1 0,0 1 0,-1 0 0,1 0 0,0 0 0,0 1 0,-5 4 0,-3 3 0,1 0 0,0 1 0,-17 22 0,-22 41 0,49-73 0,-13 23-151,2 1 0,0 0-1,2 1 1,-12 46-1,17-55-456,-3 7-6218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32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24575,'7'121'0,"-1"-45"0,2 64 0,-2 58-525,-2 45-1574,1 628-746,2-489 2380,0-278 32,34 168 1,-21-187 280,4 0 1,4-2-1,3-1 1,49 91-1,-64-143 484,1 0-1,1-2 1,39 47 0,-52-69-118,1 1 0,1-1-1,-1 0 1,1-1 0,0 0 0,0 0 0,10 5 0,-14-9-120,1 1 0,-1-1 0,1 0 0,-1 0 0,1 0 1,0-1-1,-1 1 0,1-1 0,0 0 0,0 0 0,-1 0 1,1-1-1,0 1 0,-1-1 0,1 0 0,-1 0 0,1 0 1,0 0-1,3-3 0,4-2 137,-1-1 1,0 0-1,0 0 0,0-1 1,8-10-1,74-83 116,50-78-931,-8-5 0,153-280 0,-274 441 584,0-1 0,11-32 0,-23 47 2,-5 10 4,-7 11 335,4 0-1,1 1-1,0-1 1,1 1-1,1 0 1,-6 23-1,-7 65-72,16-86-267,2-12 0,6-31 0,1-38-220,-3-1 0,-3 1 0,-12-124-1,-4 82-219,-46-170 0,42 213 440,-2 1 0,-32-68 0,42 113 0,-18-29 0,25 43 0,-1 0 0,0 0 0,0 0 0,-1 0 0,1 1 0,-1 0 0,0 0 0,-10-6 0,14 9 0,-1 0 0,0 0 0,0 1 0,1-1 0,-1 0 0,0 1 0,0 0 0,0-1 0,0 1 0,0 0 0,0 0 0,0 0 0,0 0 0,0 0 0,0 0 0,0 1 0,0-1 0,0 1 0,1-1 0,-1 1 0,0 0 0,0-1 0,-1 2 0,-2 1 0,1 1 0,0-1 0,1 0 0,-1 1 0,1 0 0,-1 0 0,-4 8 0,0 0 0,1 1 0,1-1 0,0 1 0,1 1 0,-6 21 0,5-7 0,1-1 0,-2 33 0,6-6 56,1-1 1,15 102-1,-1-71-36,29 91-1,-33-139-105,2 0-1,2-1 0,1 0 0,20 33 0,-32-62 86,1 0-1,1 1 0,-1-2 1,1 1-1,0-1 1,0 1-1,1-1 0,0-1 1,-1 1-1,2-1 1,-1 0-1,8 4 0,-7-6 24,0 1-1,1-1 1,-1 0 0,1-1-1,0 0 1,-1 0-1,1-1 1,0 0-1,0 0 1,0 0-1,8-3 1,1 0 78,0-1 0,-1-1 0,1-1 1,-1 0-1,0-1 0,-1-1 0,1 0 0,-2-1 1,1-1-1,-1 0 0,-1-1 0,23-23 0,-13 8-138,-1 0-1,-1-1 0,-1-1 1,-2-1-1,24-50 1,-21 30-58,-2-1 1,-2-1-1,15-79 1,8-162-111,-26 92 206,-8 46 0,-6 140 0,0 1 0,1 0 0,6-24 0,-7 37 0,0-1 0,0 1 0,0 0 0,0-1 0,0 1 0,0 0 0,1-1 0,-1 1 0,0 0 0,0-1 0,0 1 0,1 0 0,-1-1 0,0 1 0,0 0 0,1 0 0,-1-1 0,0 1 0,1 0 0,-1 0 0,0 0 0,1-1 0,-1 1 0,0 0 0,1 0 0,-1 0 0,0 0 0,1 0 0,-1 0 0,0 0 0,1 0 0,0 0 0,0 0 0,0 1 0,0-1 0,0 1 0,0 0 0,0-1 0,0 1 0,0 0 0,0 0 0,-1 0 0,1-1 0,0 1 0,1 2 0,11 18 0,12 29 0,330 713-85,-331-705 238,35 80-136,-48-117 19,0-1 0,1 0 1,1-1-1,21 23 0,-30-37-2,0-1-1,0 0 0,1 0 0,0 0 0,0-1 0,0 1 0,0-1 1,1 0-1,-1-1 0,1 1 0,0-1 0,-1 0 0,1 0 0,0-1 1,0 0-1,0 0 0,0 0 0,12-1 0,-11-1-8,1 0-1,0-1 1,-1 0 0,0 0-1,1 0 1,-1-1 0,0 0 0,0 0-1,-1-1 1,1 0 0,-1 0-1,0-1 1,0 0 0,10-9-1,-1-3-8,-1 0 0,0 0 0,18-33 0,-11 12-175,17-44 1,-12 12-249,-3-1-1,15-79 0,14-153 366,-24 99 42,-27 200 0,23-153 0,-13 113 0,-10 41 0,0 0 0,0 0 0,0 0 0,1 0 0,-1 1 0,1-1 0,0 0 0,2-2 0,-4 5 0,0-1 0,1 1 0,-1 0 0,1-1 0,-1 1 0,1 0 0,-1-1 0,1 1 0,-1 0 0,1 0 0,-1 0 0,1-1 0,-1 1 0,1 0 0,-1 0 0,1 0 0,-1 0 0,1 0 0,0 0 0,-1 0 0,1 0 0,-1 0 0,1 0 0,-1 0 0,1 0 0,-1 1 0,1-1 0,0 0 0,-1 0 0,1 1 0,-1-1 0,0 0 0,1 1 0,-1-1 0,1 0 0,0 1 0,2 3 0,1 0 0,-1 0 0,0 0 0,-1 0 0,1 1 0,-1-1 0,3 8 0,12 33 0,17 70 0,18 132-546,11 243-2178,-23 7 2617,-19-218 62,-1-28-165,-4-54-633,18 49 1585,-32-232-628,-1-5-105,1 0-1,0 0 0,0 0 1,1 0-1,0-1 1,0 1-1,1-1 1,8 13-1,-12-20 29,1 0-1,0 0 1,0 0-1,0 0 1,0 0 0,0-1-1,0 1 1,0 0-1,0 0 1,0-1-1,0 1 1,0 0-1,1-1 1,-1 1 0,0-1-1,0 0 1,1 1-1,-1-1 1,0 0-1,0 0 1,1 0 0,-1 0-1,0 0 1,1 0-1,1 0 1,1-2 163,0 1 0,0-1 0,-1 1 0,1-1 0,-1 0 0,1 0 0,-1-1-1,4-2 1,4-5-75,-1 0-1,0 0 1,0-1-1,-1 0 1,8-13-1,39-72-226,20-62 31,-31 44-354,-6-3 0,27-131 0,28-244-1437,-90 467 1876,42-227-14,5 51-122,-35 153-123,23-49 0,-29 76 205,1 2-1,23-35 0,-29 48 32,-1 0 0,1 1 1,0 0-1,0-1 0,0 2 0,1-1 0,7-4 0,-11 8 24,0 0 0,0 0 0,0 0-1,1 0 1,-1 1 0,0-1-1,1 0 1,-1 1 0,1 0 0,-1-1-1,1 1 1,-1 0 0,0 1-1,1-1 1,-1 0 0,1 1 0,-1-1-1,1 1 1,-1 0 0,0-1-1,0 1 1,1 0 0,3 3 0,1 1 115,0 0 0,-1 1 0,0 0 0,1 0 0,-2 1 0,1-1 0,-1 1 0,6 11 0,4 8-9,15 35 0,38 128-11,-12 8 1239,-52-180-1147,58 233 346,41 350-1,-101-583-473,0 5-54,1 0-1,0-1 1,9 26 0,-11-46-20,-1 1 0,1 0 0,0 0 0,-1-1 0,1 1 0,0-1 0,0 1 0,0 0 0,0-1 0,0 0 0,3 3 0,-4-4 0,1 0 0,-1 1 0,0-1 0,0 0 0,1 0 0,-1 0 0,0 0 0,0 0 0,1 0 0,-1 0 0,0 0 0,0 0 0,1 0 0,-1 0 0,0 0 0,0 0 0,1-1 0,-1 1 0,0 0 0,0 0 0,0 0 0,1 0 0,-1 0 0,0 0 0,0 0 0,0-1 0,1 1 0,-1 0 0,0 0 0,0 0 0,0-1 0,1 1 0,6-17 0,-3-4 0,3-33 0,-1-79 0,-10-62-310,-5-58-929,-22-933-2078,39 720 2237,2 340 539,44-206 0,-38 267 368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2:4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24575,'0'465'0,"1"-443"0,2 1 0,0-1 0,9 32 0,2 7 0,-14-58 0,9 42 0,3 70 0,-4-25 0,-1-22 0,-6-58 0,0 0 0,1 0 0,0-1 0,1 1 0,6 13 0,24 43 0,-22-47 0,-2 0 0,14 35 0,-20-44 0,0 0 0,0 0 0,1 0 0,1-1 0,-1 0 0,2 0 0,-1 0 0,1-1 0,11 13 0,-4-9 0,-1 1 0,0 0 0,-1 1 0,-1 1 0,0 0 0,-1 0 0,10 23 0,-14-25 0,1-1 0,11 21 0,-13-28 0,0 0 0,0 0 0,0 0 0,0-1 0,1 1 0,-1-1 0,1 0 0,7 4 0,19 12 0,2-1 0,0-2 0,1-1 0,1-1 0,59 16 0,-47-18 0,-27-7 0,1-1 0,0-1 0,23 3 0,-25-5 0,0 1 0,0 2 0,0 0 0,23 9 0,21 6 0,-59-19 0,107 25 0,-92-23 0,0 0 0,0-2 0,35-1 0,-48 0 0,0-1 0,-1 0 0,1-1 0,0 0 0,-1 0 0,1 0 0,-1 0 0,6-4 0,5-4 0,17-15 0,-14 11 0,3-2 0,35-34 0,-49 41 0,1 0 0,-1-1 0,-1 0 0,1-1 0,-2 1 0,7-15 0,0-3 0,-2-1 0,-1 0 0,-2-1 0,0 0 0,4-41 0,-8 41 0,3 0 0,0 1 0,19-48 0,-14 46 0,-2-1 0,10-49 0,-13 9 0,-6 46 0,2 1 0,7-33 0,3-6 0,-10 45 0,1 1 0,0-1 0,15-34 0,20-24-1365,-21 44-5461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4:00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24207,'6861'-195'0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8:37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0 268 24575,'43'-2'0,"67"-12"0,-49 5 0,362-21 0,2 29 0,-249 3 0,-54-1 0,164-2 0,-117-12 0,-103 6 0,106-24 0,4-1 0,-46 13 0,61-7 0,306 13 0,-372 13 0,19 5 0,0 7 0,144 30 0,100 49 0,-357-82 0,0-3 0,1 0 0,42 1 0,94-6 0,-106-2 0,945-1 0,-835 2 0,-134 0 0,-1-2 0,0-2 0,1-1 0,-1-2 0,46-14 0,31-20 0,70-21 0,-148 52 0,1 2 0,0 2 0,44-3 0,-63 8 0,5 0 0,1-1 0,29-6 0,-10 0 0,0 1 0,58-2 0,88 9 0,18-1 0,-108-12 0,-12-1 0,381 4 0,-335 11 0,223 0 0,-235 8 0,-65-4 0,497 62 0,-370-22 0,-131-29 0,0-2 0,74 8 0,-3-8 0,147 7 0,1461-22 0,-1680 0 0,63-10 0,51-18 0,-164 29 0,548-70 0,9 57 0,321 15 0,-465-4 0,148 2-1365,-534 0-5461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8:42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24575,'1'3'0,"1"0"0,-1-1 0,0 1 0,1 0 0,0-1 0,0 1 0,0-1 0,0 0 0,0 0 0,0 0 0,0 0 0,1 0 0,-1 0 0,6 3 0,3 0 0,0 0 0,17 5 0,-16-6 0,33 10 0,86 15 0,52-4 0,-141-20 0,41 5 0,306 41 0,-106-16 0,-272-34-273,0 0 0,0 1 0,-1 0 0,19 7 0,-6 2-6553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8:44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24575,'27'0'0,"42"0"0,78 9 0,144 30 0,-34-5 18,152 16-1043,-191-35 958,0-10-1,268-26 1,-353 7 184,25-3 338,161 3 1,460 17-250,-440-4-1596,-319 1-5436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8:5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1682 24575,'-1'-2'0,"-1"-1"0,1 1 0,0-1 0,0 0 0,0 1 0,0-1 0,1 0 0,-1 1 0,1-1 0,-1 0 0,1 0 0,0-3 0,0-3 0,-2-12 0,2-1 0,0 1 0,6-35 0,19-65 0,-6 35 0,21-202 0,-34 235 0,21-96 0,-16 100 0,-2 1 0,3-64 0,-11 78 0,10-267 0,-9 260 0,-2 14 0,8-46 0,-7 65 0,1 1 0,0 0 0,0-1 0,1 1 0,0 0 0,0 0 0,1 1 0,-1-1 0,2 1 0,7-11 0,-8 14 0,-1-1 0,1 1 0,0 0 0,0 1 0,0-1 0,0 1 0,0-1 0,0 1 0,1 1 0,-1-1 0,8-2 0,5 1 0,0 1 0,17-1 0,-25 2 0,397-4-434,-272 7-320,32-1 482,690 2-822,-838-3-4543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8:55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24575,'1'2'0,"0"-1"0,0 1 0,-1 0 0,1 0 0,0-1 0,1 1 0,-1-1 0,0 1 0,0-1 0,1 0 0,-1 1 0,0-1 0,4 2 0,0 2 0,46 40 0,80 55 0,-112-86 0,33 20 0,92 44 0,-93-52 0,-33-17 0,-4-2 0,-1 0 0,0 1 0,13 10 0,-21-15 0,-1 1 0,-1-1 0,1 1 0,-1 0 0,1 1 0,-1-1 0,0 0 0,-1 1 0,1 0 0,-1 0 0,0 0 0,3 8 0,-3-1 0,1 0 0,-2 1 0,0-1 0,0 25 0,-10 53 0,2-36 0,-22 300 0,24-324-47,-15 54-1,10-49-1222,3-5-5556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9:29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1044 24575,'2'-23'0,"0"1"0,1-1 0,2 1 0,9-30 0,-6 22 0,8-46 0,-12 21 0,-4-80 0,0 0 0,1 126 0,0 1 0,1 0 0,0-1 0,0 1 0,1 0 0,0 0 0,5-10 0,32-49 0,-27 48 0,-8 10 0,1 0 0,1 0 0,-1 0 0,1 1 0,1 0 0,0 1 0,0 0 0,14-10 0,4 2 0,1 1 0,0 1 0,1 1 0,0 1 0,1 2 0,0 1 0,1 1 0,0 1 0,-1 2 0,2 1 0,43 2 0,-38 2 0,-15 0 0,1-1 0,-1 0 0,1-2 0,-1 0 0,22-6 0,5-4 0,2 2 0,-1 2 0,51-1 0,-67 5 0,0-1 0,-1-1 0,42-14 0,37-8 0,-72 22-455,1 3 0,54 2 0,-63 1-6371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9:3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65 24575,'-12'-13'0,"-1"2"0,0 0 0,-27-18 0,58 41 0,0 1 0,-1 1 0,19 19 0,17 14 0,-23-25 0,-15-11 0,-1 0 0,20 19 0,-30-26 0,0 1 0,-1 0 0,1 0 0,-1 0 0,0 0 0,0 0 0,-1 1 0,1-1 0,-1 1 0,0 0 0,1 8 0,-1-4 0,-1 0-1,-1 0 0,0 0 1,0 0-1,-3 12 1,-12 50 54,1-6-1470,10-38-5410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9:34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24575,'3'-4'0,"0"0"0,0 0 0,0 1 0,1-1 0,0 1 0,0 0 0,0 0 0,0 1 0,0-1 0,0 1 0,1 0 0,-1 0 0,8-2 0,7-1 0,0 1 0,22-3 0,-19 4 0,127-9 0,-55 7 0,439-6 0,-357 13 0,2583-2-899,-2639-1 899,165-21 0,-270 20 0,-2-1 0,1 0 0,0-1 0,-1 0 0,19-10 0,-22 10 138,0 0 0,1 1-1,-1 0 1,1 1 0,-1 0 0,15-1-1,68 3-265,-49 1 191,2074 1-63,-1989-11 0,-1 0 0,389 10-1365,-495-1-5461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49:3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24575,'109'-8'0,"-16"1"0,64 4 0,143-7 0,167 2 0,-293 10 0,3943-2 0,-3848 10 0,-93-2 0,-32-2 0,742 43-2108,-437-35 1083,-149-13 4158,1869-2-3446,-1079 2 626,-410-1-313,-649-1-227,0-1-1,0-1 1,0-2-1,0-1 1,39-13-1,-33 6-6598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04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24575,'86'-1'0,"193"9"0,-260-6 0,5 1 0,-1 0 0,39 10 0,-37-6-341,0-1 0,0-1-1,49 3 1,-46-7-6485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23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23706,'935'35'0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2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24575,'105'-1'0,"115"3"0,-193 0-273,-1 1 0,0 2 0,1 0 0,32 13 0,-39-11-6553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26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24575,'0'0'0,"0"-1"0,0 1 0,0-1 0,0 1 0,0-1 0,1 1 0,-1-1 0,0 1 0,0-1 0,0 1 0,1 0 0,-1-1 0,0 1 0,1-1 0,-1 1 0,0 0 0,1-1 0,-1 1 0,1 0 0,-1-1 0,0 1 0,1 0 0,-1 0 0,1 0 0,-1-1 0,1 1 0,0 0 0,15-3 0,-14 3 0,60-5 0,97 4 0,-71 3 0,62-2-1365,-123 0-5461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3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24575,'84'1'0,"135"18"0,32 23 0,161 24 0,-135-41 0,-167-18 0,293 47 0,-144-15 0,-101-20 0,203 30 0,-281-35 0,87 2 0,80-10 0,192 1 0,22 0 0,-359-6 0,237-9 0,-34 0 0,-124 5 0,101-20 0,-1-16 0,-110 13 0,244-39 0,-236 36 0,-140 23 0,-18 4 0,-1-1 0,29-9 0,28-16 0,-44 15 0,-1 1 0,44-9 0,166-4 0,-197 22 0,72-2 0,29-2 0,-122 5 0,-2-2 0,1-1 0,25-9 0,64-28 0,-109 41 0,17-5 0,1 0 0,0 2 0,0 0 0,0 1 0,43 0 0,18-2 0,-50 0-1365,-4-1-5461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3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24575,'11'5'0,"0"-1"0,0 0 0,0 0 0,0-2 0,17 3 0,61 2 0,-65-6 0,569 4 0,-386-6 0,-136 0 0,108 2 0,-130 2 0,80 14 0,-75-2 0,-41-10 0,0-1 0,1-1 0,27 3 0,33-5 0,-39-1 0,49 5 0,14 4 0,152-6 0,-147-4 0,-75 1-1365,-5 0-5461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49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24575,'3'3'0,"10"13"0,6 13 0,9 17 0,8 5 0,-2 11 0,-4-4 0,-6-8 0,-5-6 0,1-5 0,2 2 0,1-1 0,-4-6 0,-4-8-8191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5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8 24575,'0'0'0,"0"-1"0,0 1 0,0-1 0,-1 1 0,1 0 0,0-1 0,0 1 0,0 0 0,-1-1 0,1 1 0,0 0 0,-1-1 0,1 1 0,0 0 0,-1-1 0,1 1 0,0 0 0,-1 0 0,1-1 0,0 1 0,-1 0 0,1 0 0,-1 0 0,1 0 0,0-1 0,-1 1 0,1 0 0,-1 0 0,1 0 0,-1 0 0,1 0 0,0 0 0,-1 0 0,1 0 0,-1 0 0,1 1 0,-1-1 0,-17 4 0,6 3 0,0 0 0,1 0 0,0 1 0,1 1 0,0-1 0,-12 14 0,6-6 0,-3 2 0,1 1 0,1 1 0,1 0 0,0 1 0,2 1 0,0 0 0,-15 38 0,-25 52-1365,43-84-5461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51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24575,'2'0'0,"-1"1"0,0-1 0,0 0 0,0 1 0,0-1 0,0 1 0,1-1 0,-1 1 0,0-1 0,0 1 0,0 0 0,0 0 0,-1-1 0,3 3 0,11 14 0,-11-13 0,9 14 0,0 2 0,-1-1 0,-2 1 0,0 1 0,8 26 0,-2-7 0,-7-16 0,0 1 0,-1 1 0,5 48 0,-5 80 0,-9-96-61,1-28-374,0 1 1,9 59-1,-1-56-6391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0:5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24575,'0'0'0,"0"-1"0,0 0 0,1 0 0,-1 1 0,0-1 0,1 0 0,-1 1 0,0-1 0,1 0 0,-1 1 0,1-1 0,-1 1 0,1-1 0,0 1 0,-1-1 0,1 1 0,-1-1 0,1 1 0,0-1 0,-1 1 0,1 0 0,1-1 0,19-6 0,-18 6 0,70-22 0,-41 12 0,0 1 0,0 2 0,1 1 0,52-4 0,59 2 0,158 2-42,-194 8-1281,-75-1-5503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02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24109,'3510'195'0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0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23608,'935'176'0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1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18 284 24575,'-3'7'0,"0"1"0,1-1 0,0 1 0,0 0 0,0-1 0,0 12 0,0 49 0,2-45 0,0-16 0,8 428 0,13-287 0,-4-48 0,23 279 0,-39-352 0,2-1 0,1 1 0,13 50 0,3-21 0,-8-23 0,-1 1 0,10 52 0,-4 23 0,32 107 0,-9-73 0,-14-69 0,-16-46 0,1-1 0,26 46 0,-7-15 0,62 144 0,-53-114 0,-19-46 0,1 0 0,32 45 0,-34-61 0,-3 1 0,0 1 0,21 49 0,-30-62 0,0 0 0,2 0 0,0-1 0,0 0 0,1-1 0,1 0 0,0 0 0,23 18 0,-22-22 0,0 0 0,1 0 0,0-2 0,1 1 0,20 7 0,-16-8 0,0 2 0,30 19 0,-7 0 0,2-1 0,0-3 0,2-1 0,73 26 0,-76-33 0,0 1 0,53 31 0,-79-40 0,-1-1 0,2 0 0,27 7 0,-25-8 0,1 1 0,19 9 0,-16-4 0,-9-4 0,1 0 0,32 10 0,165 44 0,-143-39 0,0-4 0,2-2 0,85 8 0,-138-22 0,1 1 0,-1 0 0,29 11 0,-26-7 0,0-2 0,29 6 0,118 6 0,-65-7 0,222-3 0,-219-9 0,170 0 0,-266 1 0,0-1 0,0 0 0,0-1 0,0 0 0,-1-1 0,1 0 0,9-5 0,63-34 0,-57 28 0,29-15 0,-2-2 0,88-69 0,-45 25 0,-53 44 0,66-65 0,-54 46 0,-40 39 0,0-1 0,-1-1 0,-1 0 0,22-29 0,-14 10 0,31-65 0,-45 81 0,0 1 0,-1-1 0,-1 0 0,0 0 0,-1 0 0,-1 0 0,0-18 0,-3-33 0,0 35 0,1 0 0,1 1 0,2-1 0,9-42 0,-3 46 0,2 1 0,0 0 0,21-35 0,-9 17 0,-16 30 0,8-31 0,-10 31 0,0 0 0,9-18 0,17-22 0,-14 27 0,20-48 0,77-232 0,-9 4 0,-58 173 0,14-44 0,-48 130 0,-5 19 0,-1 0 0,4-27 0,-11 49 0,1-1 0,-1 0 0,1 0 0,-2 1 0,1-1 0,0 0 0,-1 1 0,0-1 0,0 0 0,0 1 0,-1-1 0,1 1 0,-1-1 0,-3-3 0,-2-6 0,1 1 0,0-1 0,1 0 0,0-1 0,-4-26 0,-4-80 0,10 90 0,2 20 0,-6-76 0,-29-143 0,30 201 0,2-1 0,1 0 0,2 0 0,2-33 0,-3-52 0,-1 90 0,-8-28 0,-2-10 0,2-43 0,-4-19 0,9 99-1365,-2 6-5461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36 24575,'0'-1'0,"-1"0"0,1 0 0,0-1 0,-1 1 0,1 0 0,-1 0 0,1-1 0,-1 1 0,0 0 0,1 0 0,-1 0 0,0 0 0,0 0 0,0 0 0,0 0 0,0 0 0,0 1 0,0-1 0,0 0 0,0 0 0,0 1 0,0-1 0,0 1 0,-1-1 0,1 1 0,-2-1 0,-4-1 0,0 0 0,-16-2 0,23 4 0,-10-2 0,0 2 0,1 0 0,-1 0 0,0 1 0,1 0 0,-1 0 0,1 1 0,-1 0 0,1 1 0,-10 4 0,4-1 0,1 1 0,0 1 0,1 0 0,-1 1 0,-15 14 0,21-15 0,1-1 0,0 1 0,0 1 0,1-1 0,0 1 0,0 1 0,1-1 0,0 1 0,1-1 0,0 1 0,1 1 0,0-1 0,0 0 0,-1 13 0,1 7 0,0 0 0,2 0 0,6 55 0,5 20 0,36 155 0,8-97 126,-17-55-1617,-20-52-5335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1 198 24575,'2'-1'0,"0"0"0,0-1 0,0 1 0,0 0 0,0 0 0,1 0 0,-1 0 0,0 0 0,4 0 0,4-2 0,78-38 0,-63 27 0,1 2 0,28-10 0,3 5 0,77-28 0,-120 39-227,1 0-1,-1 1 1,1 1-1,0 0 1,29-3-1,-25 7-6598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5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24575,'3'3'0,"0"4"0,1 10 0,-1 7 0,-1 10 0,0 1 0,-2 2 0,1-1 0,-1-5-8191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0 24575,'-7'7'0,"1"1"0,0 0 0,1 0 0,-6 11 0,4-8 0,-24 48 0,2 2 0,3 2 0,-20 67 0,30-75 0,3 1 0,-12 113 0,20 115 0,9-182 0,-4-100 0,0 1 0,0-1 0,1 1 0,-1-1 0,1 1 0,0-1 0,-1 0 0,1 1 0,0-1 0,1 0 0,-1 0 0,0 1 0,1-1 0,-1 0 0,1-1 0,2 4 0,-2-3 0,1 0 0,0-1 0,0 1 0,0 0 0,0-1 0,0 0 0,1 0 0,-1 0 0,0 0 0,0 0 0,6 0 0,5 0 0,23-1 0,16 0 0,-49 1 0,1-1 0,-1 1 0,1 0 0,-1 0 0,1 1 0,-1-1 0,0 1 0,0 0 0,5 3 0,0 3 0,1 0 0,-1 1 0,-1 0 0,14 18 0,-4-5 0,8 9 0,-9-11 0,0 0 0,1-1 0,33 27 0,-36-35 0,22 16 0,-34-25 0,1 0 0,-1 0 0,1 0 0,0 0 0,0-1 0,0 0 0,0 0 0,5 1 0,3-3-1365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7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24575,'3'0'0,"12"0"0,14 9 0,13 12 0,9 5 0,7 5 0,0-1 0,-6-1 0,-7-7 0,-2-4 0,-4 5 0,-8 1 0,2 2 0,-3 0 0,-3-5 0,-3-5 0,3-3 0,-3-3-8191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1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24575,'0'305'0,"-2"-286"0,0-1 0,0 0 0,-2 0 0,-1 0 0,-7 22 0,3-13 0,-6 33 0,9-26 0,3-11 0,-1 0 0,-1-1 0,-1 1 0,-16 37 0,-30 60 0,47-107-1365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0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24575,'1'0'0,"-1"0"0,1 0 0,-1 0 0,1 0 0,-1 0 0,1 1 0,-1-1 0,1 0 0,-1 0 0,0 0 0,1 1 0,-1-1 0,1 0 0,-1 1 0,0-1 0,1 0 0,-1 1 0,1-1 0,-1 1 0,1-1 0,35 34 0,0 2 0,59 79 0,-62-68 0,-2 1 0,48 103 0,-72-136 0,-1 1 0,0 0 0,-2 0 0,0 1 0,0 0 0,-2-1 0,0 1 0,-1 31 0,-1-34 0,-2-1 0,0 0 0,0 0 0,-2 0 0,1 0 0,-2-1 0,1 1 0,-2-1 0,1 0 0,-2 0 0,-13 18 0,-37 37 0,-6 8 0,52-56 0,0 1 0,0 0 0,2 1 0,-7 23 0,11-29 0,-2 3-455,1 2 0,-6 35 0,10-34-6371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1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24575,'0'-3'0,"0"-6"0,6-3 0,4-8 0,11-3 0,13-4 0,3 0 0,3 4 0,-4 3 0,-4 5 0,-5 2 0,-4 3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24575,'0'-3'0,"9"-7"0,6-5 0,9 0 0,4 3 0,0-2 0,-1-3 0,0 3 0,2 2 0,-2 5 0,-1 3 0,-6 1-8191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3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24575,'6'0'0,"10"0"0,19 3 0,14 4 0,6 27 0,2 12 0,3 1 0,-5-8 0,-1-11 0,-5 0 0,-12-3 0,-12-2 0,-4 1 0,-3-1 0,1-1 0,-1-1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4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0 24575,'-3'1'0,"1"-1"0,0 0 0,0 1 0,0 0 0,0-1 0,0 1 0,0 0 0,0 0 0,0 0 0,0 0 0,0 1 0,0-1 0,1 0 0,-1 1 0,0-1 0,1 1 0,-1 0 0,1-1 0,-2 3 0,-2 4 0,1-1 0,0 1 0,-6 11 0,4-1 0,0 1 0,1-1 0,1 1 0,0 0 0,-1 32 0,6 101 0,2-69 0,-3-75 0,0 27 0,0 1 0,-2-1 0,-10 50 0,-22 84 0,32-161-120,1-3-18,0 0 0,1 0-1,-1 0 1,1 0-1,0 0 1,0 0 0,0 0-1,2 7 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1 242 24575,'0'-14'0,"1"-1"0,0 1 0,1 0 0,7-24 0,-7 31 0,1-1 0,0 0 0,0 1 0,1 0 0,0 0 0,0 0 0,1 0 0,-1 0 0,12-10 0,-4 6 0,0 0 0,15-9 0,-23 17 0,1 0 0,0 1 0,-1-1 0,1 1 0,1 0 0,-1 0 0,0 1 0,0-1 0,0 1 0,8-1 0,-10 2 0,-1 1 0,1-1 0,-1 0 0,1 1 0,-1-1 0,0 1 0,1 0 0,-1 0 0,0 0 0,1 0 0,-1 0 0,0 0 0,0 1 0,0-1 0,0 1 0,0-1 0,0 1 0,-1 0 0,1 0 0,0 0 0,-1 0 0,1 0 0,-1 0 0,0 0 0,0 0 0,2 4 0,0 4 0,1 0 0,-1 1 0,-1-1 0,3 19 0,-1 27 0,-5 102 0,-2-58 0,4-27 0,-2 67 0,0-134 0,1 0 0,-1-1 0,-1 1 0,1 0 0,-1 0 0,0 0 0,0-1 0,-1 1 0,0-1 0,0 0 0,0 0 0,0 0 0,-7 8 0,1-4 0,-1 0 0,0 0 0,-1-1 0,-21 13 0,32-21 0,0 0 0,0 0 0,0 0 0,0 0 0,0 0 0,0 0 0,0 0 0,0 0 0,0 0 0,0 0 0,0 0 0,0 0 0,0 0 0,0 0 0,-1 0 0,1 0 0,0 0 0,0 0 0,0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0,1 0 0,5 1 0,10-2 0,114-8-1365,-109 9-5461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2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36 408 24575,'-1'0'0,"1"0"0,-1 0 0,0 0 0,1-1 0,-1 1 0,1 0 0,-1-1 0,0 1 0,1 0 0,-1-1 0,1 1 0,-1-1 0,1 1 0,-1-1 0,1 1 0,0-1 0,-1 1 0,1-1 0,0 0 0,-1 1 0,1-1 0,0 1 0,-1-1 0,1 0 0,0 1 0,0-1 0,0 0 0,0 0 0,-3-23 0,2 21 0,-2-62 0,-3-31 0,3 74 0,-5-45 0,8 62 0,0-1 0,0 1 0,1-1 0,-1 1 0,1-1 0,0 1 0,1-1 0,0 1 0,2-7 0,-1 8 0,-1 1 0,1-1 0,0 0 0,0 1 0,0 0 0,1 0 0,-1 0 0,1 0 0,0 0 0,0 1 0,0 0 0,0-1 0,0 1 0,0 1 0,1-1 0,-1 1 0,0 0 0,9-2 0,8 0 0,-1 1 0,38 1 0,-54 1 0,24 0 0,60 4 0,-78-3 0,-1 0 0,0 1 0,0 0 0,0 1 0,0 0 0,0 0 0,9 5 0,-12-4-3,-1-1 0,0 1-1,0 0 1,0 1 0,0-1 0,-1 1-1,7 8 1,0 3 69,10 21 0,-13-23-556,0 0-1,14 18 1,-2-10-6336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38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24575,'125'-9'0,"-18"0"0,-90 8 0,8 0 0,0 1 0,1 1 0,-1 1 0,26 5 0,-43-5 0,-1 0 0,0 0 0,-1 1 0,1 0 0,0 0 0,-1 0 0,12 9 0,-14-8 0,0-1 0,0 1 0,-1 0 0,1 0 0,-1 0 0,0 1 0,0-1 0,0 1 0,-1 0 0,1 0 0,2 9 0,-1 4 0,-1-1 0,-1 0 0,0 1 0,-2-1 0,0 1 0,-3 24 0,1 0 0,1-33 0,0 0 0,-1 0 0,0-1 0,0 1 0,-1 0 0,0-1 0,0 1 0,-1-1 0,-5 9 0,-8 9 0,-26 33 0,-2 1 0,28-31 0,0 0 0,2 0 0,-16 46 0,22-54 0,-2 0 0,0 0 0,-1-1 0,-16 20 0,15-20 0,8-14 0,0 1 0,0-1 0,0 0 0,-1 0 0,0-1 0,-1 1 0,1-1 0,-13 7 0,15-10 0,0 0 0,0 0 0,-1 0 0,1-1 0,0 0 0,-1 1 0,1-2 0,-1 1 0,0 0 0,1-1 0,-1 0 0,1 0 0,-1 0 0,1-1 0,-1 1 0,-8-4 0,11 3 0,-1 0 0,1 0 0,0 0 0,0-1 0,0 1 0,0-1 0,0 1 0,0-1 0,1 0 0,-1 0 0,1 0 0,-1 0 0,1 0 0,0 0 0,-1 0 0,1-1 0,0 1 0,0 0 0,1-1 0,-1 1 0,0 0 0,1-1 0,0 1 0,-1-1 0,1-2 0,0-7 0,-1 1 0,2-1 0,3-22 0,-2 23 0,1-1 0,0 1 0,1-1 0,0 1 0,0 0 0,2 1 0,-1-1 0,1 1 0,1 0 0,0 0 0,0 1 0,9-9 0,-6 6 0,0-1 0,15-27 0,6-10 0,-29 48 0,-1 0 0,1-1 0,-1 1 0,1 1 0,0-1 0,0 0 0,0 0 0,0 1 0,0-1 0,0 1 0,0 0 0,0-1 0,1 1 0,-1 0 0,0 0 0,1 1 0,-1-1 0,1 0 0,-1 1 0,1-1 0,-1 1 0,1 0 0,0 0 0,-1 0 0,1 0 0,-1 1 0,1-1 0,-1 1 0,1-1 0,-1 1 0,1 0 0,-1 0 0,3 1 0,13 5 0,-1 1 0,0 0 0,-1 1 0,1 1 0,-2 1 0,0 0 0,0 1 0,-1 0 0,0 1 0,-1 1 0,22 30 0,-13-12 0,1-1 0,1 0 0,2-2 0,49 44 0,-9-16-1365,-36-31-5461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5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339 562 24575,'0'1'0,"0"0"0,-1-1 0,1 1 0,0 0 0,-1 0 0,1 0 0,0-1 0,-1 1 0,1 0 0,-1 0 0,1-1 0,-1 1 0,1 0 0,-1-1 0,0 1 0,1 0 0,-1-1 0,0 1 0,1-1 0,-1 1 0,0-1 0,-1 1 0,-22 8 0,18-7 0,-19 7 0,-49 19 0,66-24 0,2 0 0,-1 0 0,0 0 0,1 0 0,-1 1 0,2 0 0,-11 12 0,-60 70 0,69-78 0,0 1 0,1-1 0,1 1 0,0 0 0,0 1 0,1-1 0,0 1 0,1 0 0,0 0 0,-2 19 0,2-1 0,1-1 0,2 1 0,4 30 0,-3-51 0,0 0 0,1 0 0,0 0 0,0-1 0,1 1 0,0-1 0,0 1 0,1-1 0,0 0 0,1 0 0,-1 0 0,1-1 0,7 8 0,-5-7 0,-1-1 0,1 0 0,0 0 0,1-1 0,-1 0 0,1 0 0,0-1 0,0 0 0,1 0 0,-1-1 0,14 4 0,-13-5 0,0 0 0,0-1 0,0 0 0,0-1 0,15 0 0,-21-1 0,1 1 0,0-1 0,0 0 0,0 0 0,0-1 0,-1 1 0,1-1 0,-1 0 0,1 0 0,-1 0 0,0 0 0,1-1 0,-1 1 0,-1-1 0,5-4 0,5-8 0,0-1 0,-1 0 0,-1 0 0,0-1 0,-1-1 0,-1 0 0,-1 0 0,-1 0 0,0-1 0,-1 0 0,-2 0 0,1 0 0,-2-1 0,-1 1 0,0-1 0,-3-20 0,-4-36 0,-8-169 0,5 82 0,1-13 0,-4 29 0,7 99 0,5 132 0,1 22 0,5-68 0,2-1 0,21 66 0,-17-70 0,-2 1 0,-2 1 0,7 57 0,-13 28 0,2 23 0,-3-123 0,1-1 0,1 0 0,1 0 0,1-1 0,11 29 0,-5-16 0,-1-1 0,10 60 0,0 1 0,-13-77 79,-6-14-142,-1 1 0,1-1 0,-1 1 1,1-1-1,-1 0 0,1 0 0,0 1 0,-1-1 1,1 0-1,-1 0 0,1 0 0,0 1 1,-1-1-1,1 0 0,0 0 0,-1 0 1,1 0-1,-1 0 0,1 0 0,0 0 1,-1-1-1,2 1 0,15-7-6763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59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57 24575,'-12'-5'0,"0"0"0,-1 1 0,-19-3 0,-7-3 0,9 3 0,0 0 0,-1 3 0,1 0 0,-1 2 0,0 1 0,-45 5 0,75-4 0,-1 0 0,0 0 0,0 0 0,1 0 0,-1 1 0,0-1 0,1 1 0,-1-1 0,1 1 0,-1 0 0,1 0 0,-1-1 0,1 1 0,-1 0 0,1 0 0,0 0 0,-1 1 0,1-1 0,0 0 0,0 0 0,0 1 0,0-1 0,0 1 0,-1 2 0,0 1 0,1 0 0,0 0 0,0 0 0,0 1 0,0-1 0,1 10 0,5 204 0,-2-188 0,2 0 0,11 39 0,24 58 0,8-10 0,-10-28 0,32 125 0,-61-178 0,-2 1 0,-1-1 0,-2 1 0,-1 38 0,-5 41-1365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5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24575,'12'-6'0,"7"-5"0,6-1 0,7 2 0,9-6 0,5-4 0,7 2 0,4 0 0,-6 4 0,-7 5 0,-9 3 0,-1 3 0,2-5 0,2-3 0,-6 0-8191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01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24575,'1029'0'0,"-1016"1"0,1-1 0,0 2 0,-1-1 0,1 2 0,-1 0 0,1 1 0,-1 0 0,0 1 0,14 7 0,-11-5 0,1 0 0,0-1 0,0-1 0,1-1 0,-1 0 0,1-2 0,0 1 0,35-2 0,8-2-6,59 3-1353,-93 1-5467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0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384 468 24575,'0'0'0,"0"-1"0,0 1 0,0-1 0,-1 1 0,1 0 0,0-1 0,0 1 0,-1 0 0,1-1 0,0 1 0,-1 0 0,1-1 0,0 1 0,-1 0 0,1-1 0,0 1 0,-1 0 0,1 0 0,-1 0 0,1-1 0,0 1 0,-1 0 0,0 0 0,-13-4 0,12 4 0,-24-4 0,0 1 0,0 2 0,-26 1 0,22 0 0,24 0 0,-7-1 0,0 2 0,0 0 0,-15 2 0,24-2 0,0 0 0,0 0 0,1 1 0,-1-1 0,0 1 0,1-1 0,-1 1 0,1 0 0,0 1 0,0-1 0,0 1 0,0-1 0,0 1 0,0 0 0,-2 3 0,-5 10 0,1-1 0,0 1 0,2 1 0,0-1 0,0 1 0,2 1 0,0-1 0,1 1 0,-2 20 0,5-31 0,1-1 0,0 1 0,0-1 0,0 1 0,1-1 0,0 1 0,0-1 0,3 9 0,-2-11 0,-1-1 0,1 0 0,0 1 0,-1-1 0,2 0 0,-1 0 0,0 0 0,0 0 0,1 0 0,0-1 0,-1 1 0,1-1 0,0 0 0,0 0 0,1 0 0,3 2 0,1-1 0,0 1 0,0-2 0,1 1 0,0-1 0,-1-1 0,17 2 0,54-5 0,-73 2 0,0-1 0,1-1 0,-1 1 0,0-1 0,0 0 0,0-1 0,0 1 0,0-1 0,-1 0 0,1-1 0,-1 1 0,0-1 0,0 0 0,0 0 0,0-1 0,-1 0 0,0 1 0,6-10 0,1-2 0,-2 0 0,0 0 0,-1-1 0,0 0 0,6-23 0,7-25 0,19-59 0,-34 97 0,0 0 0,3-50 0,-9 15 0,-1 45 0,0 0 0,2 0 0,0 0 0,1 0 0,4-18 0,13-51 0,-19 84 0,0 0 0,1 0 0,-1 1 0,1-1 0,-1 0 0,1 0 0,0 0 0,-1 1 0,1-1 0,0 0 0,0 1 0,0-1 0,1 1 0,-1-1 0,3-1 0,-4 2 0,1 1 0,-1 0 0,0 0 0,1 0 0,-1-1 0,1 1 0,-1 0 0,1 0 0,-1 0 0,1 0 0,-1 0 0,1 0 0,-1 0 0,1 0 0,-1 0 0,1 0 0,-1 0 0,1 0 0,-1 0 0,1 0 0,-1 1 0,1-1 0,1 1 0,-1 0 0,0 0 0,0 0 0,0 0 0,0 0 0,0 0 0,0 0 0,0 0 0,0 0 0,1 3 0,3 6 0,-1-1 0,0 1 0,0 0 0,-1 0 0,2 17 0,5 53 0,-9-75 0,3 67 0,-4-43 0,2 1 0,10 48 0,-7-60 0,0 0 0,2 0 0,0-1 0,1 0 0,10 18 0,-11-22 0,0 0 0,-2 1 0,0-1 0,0 1 0,4 26 0,5 73 0,-13-104 0,3 67 0,-2-31 0,11 60 0,-12-101-7,0-5-5,0-6-1332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05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24575,'36'0'0,"-5"-1"0,-1 2 0,51 7 0,-77-8 0,0 2 0,0-1 0,0 0 0,0 1 0,0 0 0,0 0 0,0 0 0,-1 0 0,1 1 0,-1-1 0,0 1 0,0 0 0,0 0 0,0 0 0,0 1 0,3 4 0,2 6 0,0-1 0,-1 2 0,6 17 0,10 21 0,-4-23-66,2-1-1,1-1 0,46 45 1,-36-39-1033,-17-18-5727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0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 24575,'-4'9'0,"0"0"0,-3 19 0,-6 11 0,-8 8 0,8-17 0,-19 59 0,-10 35 0,11-40 0,24-66 0,0-2 0,-1 1 0,-2-1 0,1 0 0,-15 17 0,-19 32 0,38-57-107,-5 10-522,-22 31 0,14-29-6197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0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24575,'6'0'0,"8"0"0,8 0 0,8 0 0,3 0 0,-1 0 0,-4 0 0,6 0 0,3 0 0,2 0 0,-4 0 0,-4 0 0,-8 0-8191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09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24575,'139'1'0,"153"-3"0,-284 2-105,35-4 342,-40 3-362,0 1 1,1-1-1,-1 0 0,-1 0 0,1-1 1,0 1-1,0 0 0,0-1 0,-1 0 1,1 0-1,2-2 0,10-15-6701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1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28 24575,'2'0'0,"-1"0"0,0-1 0,1 1 0,-1 0 0,0-1 0,0 1 0,1-1 0,-1 0 0,0 1 0,0-1 0,0 0 0,0 0 0,1 1 0,-1-1 0,1-2 0,13-7 0,-10 8 0,1 1 0,-1 0 0,1 0 0,0 0 0,0 1 0,-1 0 0,1 0 0,0 0 0,-1 1 0,1-1 0,0 1 0,-1 1 0,1-1 0,-1 1 0,9 4 0,-7-3 0,0 1 0,0 0 0,0 1 0,-1-1 0,1 1 0,-1 1 0,0-1 0,0 1 0,-1 0 0,7 10 0,10 21 0,-2 1 0,-2 0 0,14 45 0,1-2 0,-28-70 0,19 48 0,2-2 0,52 80 0,-69-123 0,-1 1 0,0 0 0,-1 0 0,0 0 0,6 25 0,-4-4 0,6 52 0,-10-57 0,16 46 0,-11-43 0,6 38 0,-14-61 0,-1 0 0,0-1 0,-1 1 0,0 0 0,-1-1 0,0 1 0,-1-1 0,-2 12 0,0-10 0,0 1 0,-1-1 0,-9 17 0,11-23 0,-1 0 0,0-1 0,0 0 0,0 0 0,0 0 0,-1 0 0,0-1 0,-11 8 0,-2-1 0,0-1 0,-2-1 0,1-1 0,-1 0 0,0-2 0,0 0 0,-1-1 0,0-1 0,-23 1 0,-25-1 0,-100-7 0,128 1 0,112 2 0,-75 0 0,1 0 0,-1 0 0,1-1 0,0 1 0,-1-1 0,1 0 0,0 0 0,-1 0 0,1 0 0,0-1 0,0 1 0,0-1 0,0 0 0,0 0 0,1 0 0,-4-2 0,1-2 0,0 1 0,1-1 0,-1 0 0,1-1 0,0 1 0,-5-13 0,-1-4 0,-35-83 0,42 95 0,-1-1 0,2 0 0,-1 0 0,2-1 0,-1 1 0,2 0 0,0-16 0,1 24 0,-1 0 0,1 0 0,0 0 0,0 0 0,0 0 0,0 0 0,1 1 0,-1-1 0,1 0 0,0 1 0,0 0 0,0-1 0,1 1 0,-1 0 0,1 0 0,4-4 0,-3 4 0,1-1 0,0 1 0,0 0 0,1 1 0,-1-1 0,0 1 0,1 0 0,0 1 0,-1-1 0,9 0 0,11-1 0,-1 1 0,1 1 0,-1 1 0,49 7 0,-66-6 0,-1 1 0,1-1 0,-1 2 0,0-1 0,1 1 0,-1-1 0,0 2 0,10 6 0,-1 2 0,24 24 0,3 4 0,-21-24 0,26 14 0,4 3 0,-22-6 0,-3-2 0,-4-9 0,-14-11 0,-1 0 0,0 1 0,0 0 0,0 0 0,-1 0 0,9 11 0,20 37-44,-21-31-287,1 0 1,1-1 0,30 32 0,-26-36-6496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14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24575,'38'24'0,"-17"-12"0,37 30 0,-32-20 0,-1 1 0,39 48 0,-54-59 0,-1 1 0,-1 1 0,0-1 0,0 1 0,-2 1 0,0-1 0,0 1 0,4 21 0,-7-21 0,13 50 0,-12-56 0,-1-1 0,1 1 0,0-1 0,1 0 0,8 11 0,90 104 0,-15-11 14,-54-65-1393,-17-25-5447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16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606 1 24575,'-8'2'0,"0"1"0,-1 1 0,2 0 0,-1 0 0,0 0 0,1 1 0,0 0 0,0 0 0,0 1 0,1 0 0,0 0 0,-7 10 0,-6 8 0,1 2 0,-16 29 0,4 8 0,21-43 0,-16 27 0,10-22 0,5-11 0,0 1 0,1 0 0,1 1 0,1 0 0,0 0 0,-5 17 0,11-26 0,-2 0 0,1-1 0,-1 0 0,0 0 0,0 0 0,0 0 0,-5 6 0,-34 37 0,10-12 0,14-16 0,-30 27 0,-1 0 0,-8 19-1365,38-42-5461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31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24575,'0'4'0,"1"-1"0,-1 1 0,1-1 0,0 1 0,0-1 0,1 0 0,-1 0 0,1 1 0,-1-1 0,5 5 0,-3-3 0,99 140 0,-26-42 0,-9-4 0,165 232 0,-93-151 0,-131-168 0,0 0 0,0 1 0,-2 0 0,1 0 0,-2 0 0,9 28 0,-11-31-94,1 0-1,-1 0 1,2 0-1,10 17 1,-9-16-799,12 19-5933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3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0 24575,'-2'49'0,"-2"-1"0,-16 82 0,-37 91 0,40-158 0,-34 103 0,10-33 0,29-98 0,-1-1 0,-23 41 0,-12 28 0,37-78 0,-1-1 0,-1 0 0,-21 29 0,32-51-113,-4 6 359,6-8-281,0 1 0,-1-1 0,1 0 0,0 0 1,0 0-1,0 0 0,0 0 0,-1 0 0,1 1 0,0-1 1,0 0-1,0 0 0,0 0 0,-1 0 0,1 0 0,0 0 1,0 0-1,0 0 0,-1 0 0,1 0 0,0 0 0,0 0 1,0 0-1,-1 0 0,1 0 0,0 0 0,0 0 0,0 0 1,0 0-1,-1 0 0,1 0 0,0 0 0,0-1 0,0 1 1,0 0-1,-1 0 0,1 0 0,0 0 0,0 0 0,0 0 1,0-1-1,-1 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3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24575,'3'0'0,"4"-3"0,4-1 0,3 0 0,11 1 0,4 1 0,16 1 0,2 0 0,0 1 0,1 6 0,-5 2 0,-7-1 0,0 0 0,-4-3 0,-4 2 0,-6 0-8191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34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24575,'3'0'0,"19"0"0,18 0 0,17 0 0,5 0 0,1 0 0,-8 0 0,-6 0 0,-10 0 0,-4 0 0,-6 0 0,-1 0 0,-4 0 0,-1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23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92 24575,'-16'0'0,"-40"2"0,50-2 0,1 1 0,0 0 0,0 0 0,0 1 0,0-1 0,0 1 0,0 0 0,-5 3 0,8-3 0,0-1 0,0 1 0,1-1 0,-1 1 0,1 0 0,-1-1 0,1 1 0,0 0 0,0 0 0,0 0 0,0 0 0,0 0 0,0 0 0,0 0 0,1 1 0,-1-1 0,1 0 0,-1 3 0,0 5 0,1 1 0,1 16 0,0-12 0,-1-3 0,0 1 0,0 0 0,1 0 0,1-1 0,3 14 0,-4-23 0,0 1 0,1 0 0,-1-1 0,1 1 0,0-1 0,0 1 0,0-1 0,0 0 0,1 0 0,-1 0 0,1 0 0,0 0 0,0-1 0,0 1 0,0-1 0,0 0 0,6 3 0,0-1 0,0 0 0,0-1 0,1 0 0,0-1 0,-1 0 0,1 0 0,11 0 0,72-3 0,-72 1 0,-11-1 0,1 0 0,0 0 0,-1-1 0,1-1 0,-1 1 0,0-2 0,0 1 0,0-1 0,12-8 0,-18 10 0,1-1 0,-1 0 0,0 0 0,0 0 0,-1-1 0,1 1 0,-1-1 0,1 0 0,-1 0 0,0 0 0,-1 0 0,1-1 0,-1 1 0,0-1 0,0 0 0,0 1 0,-1-1 0,1 0 0,-1 0 0,0 0 0,0-8 0,-1 3 0,-1-1 0,0 1 0,0 0 0,-1-1 0,-1 1 0,1 0 0,-2 0 0,1 0 0,-2 1 0,1-1 0,-1 1 0,0 0 0,-1 1 0,0-1 0,-1 1 0,1 0 0,-2 0 0,1 1 0,-1 0 0,-10-7 0,10 8 0,0 1 0,-1-1 0,0 1 0,0 1 0,0 0 0,-1 0 0,-16-4 0,10 5 0,0 1 0,0 0 0,0 1 0,-18 1 0,14 1 0,9-1 0,-1 0 0,1 1 0,-14 3 0,22-3 0,-1 0 0,1 0 0,-1 0 0,1 1 0,-1-1 0,1 1 0,0 0 0,0 0 0,0 0 0,0 0 0,0 1 0,0-1 0,-4 6 0,-2 4-455,1 1 0,-9 15 0,9-12-6371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24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24575,'2'1'0,"1"0"0,-1 0 0,0 1 0,1-1 0,-1 0 0,0 1 0,0 0 0,0-1 0,4 5 0,2 1 0,7 5 0,-1 0 0,0 0 0,19 24 0,32 49 0,-35-44 0,-2-4 0,-2 2 0,-2 1 0,32 69 0,-29-51 0,4-2 0,44 63 0,-15-35-1365,-32-47-5461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25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600 1 24575,'0'1'0,"0"1"0,0 0 0,0-1 0,-1 1 0,1-1 0,-1 1 0,1-1 0,-1 1 0,0-1 0,0 1 0,1-1 0,-3 2 0,-2 5 0,-63 98 0,11-23 0,12-10 0,-83 128 0,-14-9 0,109-151 0,3 2 0,-47 90 0,71-117 87,6-16-147,0 1-1,0 0 1,0-1-1,0 1 1,0-1-1,0 1 1,0 0-1,0-1 1,1 1-1,-1-1 1,0 1-1,0-1 1,1 1-1,-1 0 1,0-1-1,1 1 1,-1-1-1,0 0 1,1 1-1,-1-1 0,1 1 1,-1-1-1,2 1 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2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24575,'1'1'0,"-1"-1"0,1 0 0,-1 0 0,1 1 0,-1-1 0,1 0 0,-1 1 0,1-1 0,-1 0 0,1 1 0,-1-1 0,1 1 0,-1-1 0,0 0 0,1 1 0,-1-1 0,0 1 0,1-1 0,-1 1 0,0 0 0,0-1 0,1 1 0,-1-1 0,0 2 0,4 16 0,-3-16 0,3 32 0,-2 1 0,-3 53 0,0-33 0,1-10 0,2-12 0,-3-1 0,-1 1 0,-11 63 0,-27 127-148,31-159-1069,4-35-5609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27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24575,'6'0'0,"5"3"0,13 1 0,11 0 0,11-1 0,5-1 0,8-1 0,-3 0 0,-8-1 0,-12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2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24575,'3'0'0,"4"0"0,4 0 0,3 0 0,11 0 0,10 0 0,3 0 0,0 0 0,-3 0 0,-2 0 0,-3 0 0,0 0 0,-4 0 0,-2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3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 24575,'9'0'0,"-1"1"0,1 0 0,-1 1 0,0 0 0,0 0 0,15 6 0,-3 2 0,25 14 0,-36-19 0,-1 1 0,0 0 0,0 0 0,-1 1 0,0-1 0,0 2 0,0-1 0,-1 1 0,0 0 0,-1 0 0,0 0 0,0 1 0,-1 0 0,0 0 0,0 0 0,-1 1 0,0-1 0,-1 1 0,0-1 0,0 1 0,0 18 0,-3 27 0,0-22 0,5 48 0,3-18 0,-2 0 0,-7 97 0,2-158 0,-1 1 0,1 0 0,-1-1 0,0 1 0,0-1 0,0 1 0,-1-1 0,1 1 0,0-1 0,-1 0 0,0 0 0,1 1 0,-1-1 0,0 0 0,-3 2 0,-4 4 0,-2 0 0,-11 6 0,3-1 0,-63 54 0,71-57 0,0 1 0,1 1 0,0 0 0,-14 24 0,15-20 0,0 0 0,-1-1 0,-1 0 0,-20 22 0,27-33 0,1-1 0,-1 0 0,0 0 0,0 0 0,-1 0 0,1-1 0,0 0 0,-1 0 0,-7 2 0,8-3 0,1 0 0,-1-1 0,1 1 0,-1-1 0,0 0 0,1 0 0,-1-1 0,0 1 0,1-1 0,-1 0 0,0 0 0,1 0 0,-1 0 0,-4-3 0,3 1 0,0 0 0,0-1 0,1 1 0,-1-1 0,1 0 0,0-1 0,0 1 0,0-1 0,1 1 0,0-1 0,0 0 0,0-1 0,0 1 0,-2-9 0,-1 0 0,1-1 0,1-1 0,1 1 0,-3-21 0,6 30 0,-1 1 0,1-1 0,0 1 0,0-1 0,1 1 0,0-1 0,0 1 0,0-1 0,0 1 0,3-6 0,-3 8 0,1 1 0,0-1 0,-1 0 0,1 1 0,0-1 0,0 1 0,0 0 0,1 0 0,-1 0 0,0 0 0,1 0 0,-1 0 0,1 0 0,0 1 0,0 0 0,-1-1 0,1 1 0,0 0 0,4-1 0,10-1 0,0 1 0,1 0 0,-1 1 0,1 1 0,21 2 0,-18 0 0,1-2 0,40-3 0,-45 0 0,1 1 0,0 0 0,0 2 0,0 0 0,19 3 0,-33-3 0,17 3 0,42 11 0,-56-12 0,0 0 0,-1 1 0,0 0 0,1 0 0,-1 1 0,0 0 0,0 0 0,-1 0 0,1 1 0,5 6 0,22 29 0,-2 2 0,33 60 0,19 26 0,-81-125-105,-1-1 39,0-1-1,0 1 1,0-1 0,0 1-1,0-1 1,0 0 0,0 0-1,0 1 1,1-1 0,-1 0-1,1 0 1,-1 0 0,0 0 0,1-1-1,0 1 1,-1 0 0,1-1-1,1 1 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3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24575,'6'0'0,"5"0"0,4 0 0,2 0 0,7 0 0,2 0 0,1 0 0,-2 0 0,-6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3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24575,'-3'6'0,"-1"5"0,0 10 0,1 13 0,1 4 0,0 7 0,2-1 0,2-4 0,2-7 0,0 0 0,-1 1 0,0 0 0,-2-2 0,0-7-8191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4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24575,'1'-1'0,"1"0"0,0 0 0,0 0 0,0 0 0,0 0 0,0 0 0,0 1 0,0-1 0,0 1 0,0-1 0,1 1 0,-1 0 0,3 0 0,0-1 0,187-19 0,150-18 0,-290 31 0,74-6 0,112 13-1365,-213 1-5461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42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24575,'7'5'0,"-1"0"0,1 1 0,-1 0 0,0 0 0,-1 1 0,1-1 0,-1 1 0,-1 1 0,1-1 0,-1 0 0,-1 1 0,1 0 0,-1 0 0,4 16 0,-3-1 0,0 0 0,-1 0 0,-2 1 0,-1 27 0,-1-28 0,0-11 0,1 0 0,0 0 0,3 15 0,-3-24 0,1 1 0,0 0 0,0-1 0,0 1 0,1-1 0,-1 0 0,1 1 0,0-1 0,0 0 0,0 0 0,0 0 0,0 0 0,1-1 0,5 6 0,-1-3 0,1 0 0,1 0 0,-1-1 0,1 0 0,-1 0 0,1-1 0,0 0 0,1 0 0,-1-1 0,16 1 0,11 0 0,53-3 0,-64 0 0,16-1 0,60-2 0,-98 3 0,-1-1 0,0 1 0,1-1 0,-1 1 0,1-1 0,-1 0 0,0 0 0,0 0 0,1 0 0,-1 0 0,0 0 0,0-1 0,0 1 0,0-1 0,-1 1 0,1-1 0,0 0 0,-1 0 0,1 0 0,1-3 0,1-2 0,0-1 0,-1 0 0,0 0 0,3-12 0,2-4 0,2-6 0,-2-2 0,-1 1 0,-1-1 0,-2-1 0,1-63 0,-18 322 0,10-191 0,-1 111 0,-3 34 0,4-148 0,-19 126 0,17-140 21,0 1 0,-2 0 0,0-1 0,-11 19 0,-9 25-1491,18-36-5356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4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24575,'3'35'0,"1"0"0,1-1 0,20 68 0,-15-66 0,-2 0 0,-1 0 0,4 53 0,-9-48-682,13 73-1,-10-90-6143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4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24575,'4'0'0,"40"0"0,82-9 0,-4-18 0,-2 0 0,-97 23 0,-2 1 0,0-1 0,-1-1 0,28-10 0,-15 2-227,1 2-1,0 1 1,0 2-1,1 1 1,48-3-1,-41 7-6598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2:51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24575,'4'3'0,"1"1"0,-1-1 0,-1 1 0,1 0 0,0 1 0,-1-1 0,0 0 0,0 1 0,0 0 0,-1 0 0,0 0 0,0 0 0,0 0 0,0 0 0,-1 0 0,2 10 0,0 8 0,-1 1 0,-2 37 0,-1-38 0,-1 49 0,3 113 0,-1-182 0,0 1 0,0-1 0,1 0 0,-1 0 0,1 0 0,0 0 0,0 0 0,0 0 0,0 0 0,1 0 0,-1 0 0,1 0 0,0 0 0,0-1 0,0 1 0,0-1 0,0 0 0,4 4 0,-2-3 0,1-1 0,-1 0 0,0 0 0,1 0 0,-1 0 0,1 0 0,0-1 0,0 0 0,-1 0 0,1-1 0,9 1 0,29 1 0,1-3 0,58-7 0,-99 8 0,-1-1 0,1 0 0,0 0 0,0 1 0,0-2 0,-1 1 0,1 0 0,-1 0 0,1-1 0,-1 1 0,1-1 0,-1 0 0,0 0 0,0 0 0,0 0 0,0 0 0,0 0 0,0-1 0,-1 1 0,1-1 0,-1 1 0,1-1 0,-1 0 0,0 1 0,0-1 0,0 0 0,0-5 0,1-6 0,0-1 0,-1 1 0,-1-1 0,-3-22 0,2 10 0,-1-315 0,2 334 0,1 0 0,0 1 0,3-12 0,-4 19 0,0 0 0,0 0 0,0 0 0,0 0 0,0 0 0,0 0 0,0 0 0,0 0 0,0 0 0,0 0 0,0 0 0,0 0 0,0 0 0,0 0 0,0 0 0,1 1 0,-1-1 0,0 0 0,0 0 0,0 0 0,0 0 0,0 0 0,0 0 0,0 0 0,0 0 0,0 0 0,0 0 0,0 0 0,0 0 0,0 0 0,0 0 0,1 0 0,-1 0 0,0 0 0,0 0 0,0 0 0,0 0 0,0 0 0,0 0 0,0 0 0,0 0 0,0 0 0,0 0 0,0 0 0,0 0 0,0 0 0,1 0 0,-1 0 0,0 0 0,0-1 0,0 1 0,0 0 0,0 0 0,0 0 0,0 0 0,0 0 0,0 0 0,0 0 0,0 0 0,0 0 0,0 0 0,0 0 0,0 0 0,0 0 0,0 0 0,0-1 0,0 1 0,0 0 0,0 0 0,4 9 0,1 13 0,21 135 0,-4-20 0,-14-85 0,3 78 0,-10 53 0,1 18 0,6-117 0,1 18 0,-9-38 0,2 55 0,0-100 0,0 1 0,2-1 0,0 0 0,7 20 0,12 31-1365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04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24575,'-3'0'0,"-1"9"0,3 3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06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24575,'4'11'0,"0"0"0,-1 0 0,-1 1 0,0-1 0,0 0 0,-1 1 0,-1 17 0,0-11 0,0 258 0,-3-253 0,2-17 0,0-1 0,0 1 0,1 0 0,0 0 0,0 7 0,0-11 0,1-1 0,-1 1 0,0-1 0,1 0 0,-1 1 0,1-1 0,0 0 0,-1 0 0,1 1 0,0-1 0,0 0 0,0 0 0,-1 0 0,1 0 0,0 0 0,1 0 0,-1 0 0,0 0 0,0 0 0,0-1 0,1 1 0,-1 0 0,0-1 0,0 1 0,1-1 0,1 1 0,12 2 0,0-1 0,0 0 0,0-2 0,0 0 0,17-2 0,-2 1 0,264-3 0,-290 4 0,0 0 0,-1 0 0,1 0 0,0-1 0,0 1 0,-1-1 0,1 0 0,4-2 0,-7 2 0,1 0 0,-1 0 0,1 0 0,-1 0 0,1 0 0,-1 0 0,0-1 0,0 1 0,0-1 0,1 1 0,-1-1 0,-1 1 0,1-1 0,0 1 0,0-1 0,0 0 0,-1 0 0,1-2 0,2-12 0,-1 1 0,0-1 0,-1 0 0,-1 1 0,-2-21 0,0 2 0,0-285 0,1 200 0,2 863 0,17-509 0,0-29 0,-17-143 0,5 75 0,4 39-1365,-9-153-5461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09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24575,'7'4'0,"0"-1"0,0 1 0,-1 0 0,0 0 0,1 1 0,6 6 0,-3-3 0,28 26 0,-1 1 0,-2 2 0,-1 1 0,-2 2 0,43 70 0,-67-98 0,119 175 0,-111-166 13,-2 0 0,16 31 0,-6-10-1417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09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0 24575,'-7'1'0,"1"0"0,-1 0 0,1 1 0,0-1 0,0 1 0,0 0 0,0 1 0,0 0 0,0 0 0,0 0 0,1 0 0,0 1 0,-1 0 0,2 0 0,-9 9 0,-6 8 0,1 0 0,-20 31 0,30-41 0,-171 281 0,139-228 0,22-35 0,0 0 0,2 1 0,-18 46 0,25-52 0,-2 0 0,-13 23 0,4-10 0,20-36 0,-1-1 0,1 1 0,0 0 0,-1-1 0,1 1 0,0 0 0,0 0 0,-1-1 0,1 1 0,0 0 0,0 0 0,0-1 0,0 1 0,0 1 0,1-1 0,-1-1 0,0 0 0,0 1 0,0-1 0,0 0 0,1 1 0,-1-1 0,0 0 0,0 0 0,1 1 0,-1-1 0,0 0 0,0 0 0,1 1 0,-1-1 0,0 0 0,1 0 0,-1 0 0,0 1 0,1-1 0,0 0 0,1 0 0,0 1 0,1-1 0,-1 0 0,0 0 0,0 0 0,1-1 0,-1 1 0,4-1 0,28-11-1365,1-3-5461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10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24575,'0'513'0,"0"-509"0,0 1 0,0 0 0,-1 0 0,0-1 0,1 1 0,-2 0 0,1-1 0,0 1 0,-1-1 0,0 1 0,-5 7 0,7-12 1,0 1 0,0-1 0,-1 1 1,1-1-1,0 0 0,0 1 0,0-1 0,-1 0 0,1 1 0,0-1 0,0 0 0,-1 0 0,1 1 0,0-1 0,0 0 0,-1 0 0,1 1 0,0-1 0,-1 0 1,1 0-1,-1 0 0,1 0 0,0 1 0,-1-1 0,1 0 0,0 0 0,-1 0 0,1 0 0,-1 0 0,1 0 0,0 0 0,-1 0 0,1 0 0,-1 0 1,1-1-1,-1 1-109,0-1 0,1 0 0,-1 0 0,0 0 0,1 0 0,-1 0 0,1 0 0,0 0 0,-1 0 0,1 0 0,0 0 0,-1-2 0,-3-22-6718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1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24575,'3'-6'0,"4"-2"0,4 1 0,3 1 0,11 1 0,10 3 0,6 0 0,4 2 0,-2 0 0,-3 0 0,1 0 0,-3 1 0,0-1 0,1 0 0,-4 0 0,-5 0 0,-8 0-8191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1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24575,'3'3'0,"7"1"0,17 0 0,9 0 0,2-2 0,4-1 0,-3 0 0,-4-1 0,-6 0 0,-2 0 0,1 0 0,-1 0 0,-6 0-8191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1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24575,'1'56'0,"3"-1"0,19 107 0,-20-150 0,5 26 0,7 69 0,-10-51 0,15 60 0,-9-58 0,4 61 0,-12 215 0,-5-169 0,2-112-1365,0-31-5461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3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830 0 24251,'-830'1906'0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1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24575,'0'0'0,"0"1"0,0 0 0,0-1 0,0 1 0,1 0 0,-1-1 0,0 1 0,0-1 0,1 1 0,-1 0 0,1-1 0,-1 1 0,0-1 0,1 1 0,-1-1 0,1 0 0,0 2 0,4 2 0,104 143 0,-38-47 0,-50-73 0,27 34 0,54 94 0,-73-107 51,42 54-1,40 36-1020,-94-118 474,4 5-6330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0 24575,'-8'5'0,"0"0"0,0 0 0,0 1 0,1 0 0,0 0 0,1 1 0,-1-1 0,-7 13 0,-3 5 0,-17 35 0,16-27 0,-33 61 0,4 2 0,5 2 0,4 2 0,-29 117 0,51-157-455,-3 0 0,-30 63 0,38-99-6371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3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216 140 24575,'-2'-2'0,"0"1"0,0 0 0,0 0 0,0-1 0,0 1 0,0 0 0,0 1 0,0-1 0,0 0 0,-1 1 0,-2-1 0,-28-2 0,21 2 0,8 1 0,0 0 0,0 0 0,0 0 0,0 1 0,0 0 0,0-1 0,1 1 0,-1 1 0,0-1 0,0 1 0,-4 2 0,7-4 0,-1 1 0,1 0 0,0 0 0,0 0 0,0-1 0,0 1 0,0 0 0,0 1 0,0-1 0,1 0 0,-1 0 0,0 0 0,0 0 0,1 0 0,-1 1 0,1-1 0,-1 0 0,1 1 0,0-1 0,-1 0 0,1 1 0,0-1 0,0 0 0,0 1 0,0-1 0,0 1 0,0-1 0,1 0 0,-1 1 0,0-1 0,1 0 0,-1 1 0,1-1 0,-1 0 0,1 0 0,1 3 0,0-1 0,0 0 0,0 1 0,1-1 0,-1 0 0,1 0 0,0-1 0,0 1 0,0-1 0,0 1 0,0-1 0,1 0 0,3 2 0,7 2 0,27 9 0,-6-3 0,-19-5 0,1-2 0,0 0 0,0 0 0,0-2 0,0 0 0,1-1 0,-1-1 0,33-2 0,-47 1 0,0 0 0,0 0 0,0 0 0,0-1 0,0 1 0,0-1 0,-1 0 0,1 0 0,0 0 0,0 0 0,-1 0 0,1-1 0,-1 1 0,1-1 0,-1 0 0,0 0 0,0 0 0,1 0 0,-1 0 0,-1 0 0,1 0 0,0-1 0,0 1 0,-1-1 0,1 1 0,-1-1 0,0 0 0,0 1 0,0-1 0,0 0 0,-1 0 0,1 0 0,-1 0 0,1 1 0,-1-6 0,0-23 0,-4-43 0,3 69 0,0 1 0,0 0 0,-1 0 0,1 0 0,-1 0 0,0 0 0,0 0 0,0 0 0,-1 1 0,1-1 0,-1 1 0,0-1 0,0 1 0,0 0 0,0 0 0,-1 1 0,1-1 0,-1 1 0,-5-4 0,-2 0 0,-1 1 0,1 0 0,-1 1 0,0 0 0,-21-4 0,25 7 0,-1 0 0,0 1 0,0 0 0,0 0 0,0 1 0,1 1 0,-1-1 0,0 1 0,1 1 0,0 0 0,-1 0 0,1 0 0,0 1 0,0 0 0,1 1 0,-8 5 0,-10 9 0,0 1 0,2 1 0,-24 28 0,13-9-1365,20-23-5461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4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590 17 24575,'-17'-1'0,"-30"-5"0,3 0 0,43 6 0,-13-2 0,0 1 0,-1 0 0,1 1 0,0 1 0,0 0 0,-25 6 0,19 0 0,0 0 0,1 1 0,0 1 0,0 1 0,1 1 0,1 1 0,-1 0 0,2 1 0,0 1 0,1 0 0,0 1 0,1 1 0,0 0 0,2 1 0,0 0 0,1 1 0,0 1 0,2-1 0,0 2 0,1-1 0,1 1 0,1 0 0,-4 24 0,0 23 0,3 0 0,3 1 0,5 88 0,2-118 0,1 0 0,2 0 0,12 40 0,-1-22 0,32 71 0,53 87 0,-55-119 0,-16-23-311,33 118 0,-54-157-432,8 24-6083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4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1 478 24575,'6'-5'0,"1"0"0,-1 1 0,1-1 0,0 1 0,1 1 0,8-4 0,16-8 0,190-133 0,-11 7 0,-31 48 0,-116 60-1365,-36 19-5461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24575,'-2'0'0,"0"0"0,0 0 0,0 1 0,-1-1 0,1 1 0,0 0 0,0-1 0,0 1 0,0 0 0,1 0 0,-1 0 0,0 1 0,0-1 0,1 0 0,-1 0 0,0 1 0,1 0 0,-2 1 0,-3 5 0,1-1 0,-9 18 0,4-8 0,0 1 0,1 1 0,0 0 0,1 1 0,1 0 0,-8 39 0,-7 107 0,17-119 0,4-35 0,-15 182 0,15-158 0,1 0 0,3-1 0,9 52 0,-8-69 0,1 0 0,1-1 0,1 0 0,1 0 0,11 20 0,57 75 0,-17-25 0,-57-85 0,34 57 0,85 105 0,-93-132 0,31 34 0,-51-59 0,0 0 0,1 0 0,-1 0 0,1-1 0,18 9 0,-23-13-124,1 0 0,0 0 0,0-1 0,0 0 0,0 0 0,0 0-1,1 0 1,-1-1 0,0 0 0,8 0 0,17-5-6702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24575,'9'4'0,"-1"-1"0,0 2 0,0-1 0,0 1 0,0 0 0,8 8 0,-3-3 0,176 143 0,-65-51 0,-81-68 0,5 2 0,-3 3 0,72 76 0,-104-99 0,-1 2 0,-1-1 0,14 29 0,20 58 0,-36-81 0,12 33 0,-3 1 0,-3 1 0,-1 1 0,6 78 0,42 282 0,-52-362 0,-3-23 0,-1 1 0,-2-1 0,-1 1 0,-3 38 0,-3-35-1365,-3-1-5461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7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24575,'-2'2'0,"1"0"0,-1 1 0,1-1 0,-1 1 0,1 0 0,0-1 0,0 1 0,0 0 0,1 0 0,-1 0 0,1 0 0,-1 0 0,1 0 0,0 5 0,0 3 0,-2 3 0,0 11 0,0-1 0,2 1 0,2 28 0,-1-46 0,1 0 0,0 0 0,0 0 0,1 0 0,-1 0 0,2-1 0,-1 1 0,1-1 0,0 0 0,0 0 0,8 9 0,5 2 0,0-1 0,25 18 0,-3-4 0,-16-10 0,-2 0 0,22 25 0,-35-35 0,0 1 0,-1 0 0,0 0 0,0 1 0,-1 0 0,-1 0 0,5 14 0,-5-4 0,-1 1 0,-1-1 0,0 1 0,-2 0 0,-2 28 0,0-26 0,2 0 0,0 0 0,9 44 0,-5-49 0,1 0 0,1 0 0,1-1 0,0 0 0,2-1 0,0 0 0,1 0 0,1-1 0,0 0 0,23 23 0,-13-16 12,-11-12-701,19 17 1,-11-14-6138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29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1 450 24575,'178'0'0,"-174"0"0,0 0 0,0 0 0,-1 0 0,1-1 0,0 0 0,-1 0 0,7-2 0,-8 2 0,0 0 0,0 0 0,0 0 0,-1 0 0,1-1 0,0 1 0,-1-1 0,1 1 0,-1-1 0,0 1 0,1-1 0,-1 0 0,0 0 0,0 0 0,1-3 0,5-13 0,7-31 0,-10 31 0,1 1 0,11-27 0,-8 28 0,2 1 0,-1-1 0,2 2 0,0-1 0,0 2 0,2-1 0,-1 2 0,2 0 0,0 0 0,0 1 0,1 1 0,0 0 0,20-8 0,23-12 48,30-14-1461,-67 36-5413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24575,'6'-6'0,"5"-1"0,6-1 0,17 5 0,7 6 0,6 2 0,7 0 0,3 6 0,1 3 0,3 9 0,0 3 0,-2 4 0,-7-4 0,-10-6 0,-12-7-8191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0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10 24575,'-1'-1'0,"-1"0"0,1 0 0,-1 0 0,1 0 0,-1 0 0,1 1 0,-1-1 0,1 0 0,-1 1 0,0 0 0,1-1 0,-1 1 0,0 0 0,1 0 0,-1 0 0,0 0 0,1 0 0,-1 0 0,0 1 0,1-1 0,-1 0 0,0 1 0,1-1 0,-1 1 0,1 0 0,-3 1 0,-2 1 0,1 0 0,0 0 0,0 0 0,0 1 0,1-1 0,-7 8 0,1 2 0,1 1 0,0 0 0,1 0 0,0 1 0,-10 31 0,9-24 0,-66 175 0,56-146 0,-76 159 0,43-103 0,37-77-1365,2-5-5461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2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24575,'0'44'0,"4"144"0,-1-154 0,2 0 0,1-1 0,15 51 0,-18-75 0,44 126 0,-33-99 0,32 55 0,-27-58-1365,-5-6-5461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732 271 24575,'-2'-2'0,"-1"1"0,0 0 0,0-1 0,1 1 0,-1-1 0,1 0 0,0 0 0,-1 0 0,1 0 0,-2-4 0,-12-9 0,-3 0 0,0 2 0,-35-18 0,-47-17 0,95 46 0,-258-98 0,249 94 0,0 2 0,-1 0 0,0 0 0,-24-1 0,35 5 0,1-1 0,-1 1 0,0 1 0,0-1 0,1 1 0,-1 0 0,1 0 0,-1 0 0,0 0 0,1 1 0,0 0 0,-1 0 0,1 0 0,0 0 0,0 1 0,0-1 0,1 1 0,-1 0 0,-5 6 0,6-4 0,-1-1 0,1 1 0,1-1 0,-1 1 0,1 0 0,-1 0 0,1 1 0,1-1 0,-1 0 0,0 9 0,0-5 0,2 0 0,-1 0 0,2 1 0,-1-1 0,4 16 0,1-3 0,1-1 0,1 1 0,0-2 0,17 31 0,66 112 0,-35-65 0,83 137 0,-19-35 0,-102-167 0,-1 0 0,-2 2 0,14 52 0,23 67 0,-44-131-682,11 27-1,-4-23-6143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1 208 24575,'4'0'0,"1"-1"0,0 1 0,-1-1 0,1 0 0,-1-1 0,6-1 0,10-3 0,64-14 0,-33 9 0,0-2 0,53-22 0,-47 12 0,85-21 0,-130 40-273,0 0 0,0 0 0,0-2 0,21-12 0,-16 7-6553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7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24575,'8'156'0,"-1"-43"0,8 359 0,-9-27 0,-6-391 0,1-13-682,12 73-1,-6-72-6143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38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24575,'3'0'0,"0"1"0,0 0 0,0 0 0,0 0 0,0 0 0,0 0 0,-1 1 0,1-1 0,0 1 0,-1 0 0,5 3 0,2 2 0,37 27 0,-2 1 0,50 52 0,71 92 0,-128-137 0,-24-27 0,-1 1 0,-1 0 0,18 34 0,17 55 0,-39-86 0,4 10 0,-2 0 0,-1 1 0,-2 0 0,6 60 0,-8 125 0,-4-168 0,-2 786-1365,2-811-5461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40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1 229 24575,'9'0'0,"-1"0"0,1 1 0,0 0 0,-1 0 0,1 1 0,-1 1 0,0-1 0,1 1 0,-1 0 0,0 1 0,-1 0 0,1 1 0,-1-1 0,0 1 0,0 0 0,0 1 0,-1 0 0,0 0 0,0 1 0,0-1 0,5 9 0,96 154 0,-92-145 0,19 25 0,-30-44 0,-1-1 0,2 0 0,-1 1 0,0-1 0,1-1 0,-1 1 0,9 4 0,-12-7 0,1-1 0,0 1 0,0-1 0,-1 1 0,1-1 0,0 0 0,0 1 0,-1-1 0,1 0 0,0 0 0,0-1 0,0 1 0,-1 0 0,1 0 0,0-1 0,0 1 0,-1-1 0,1 0 0,0 1 0,-1-1 0,1 0 0,-1 0 0,1 0 0,-1 0 0,1 0 0,-1 0 0,0-1 0,0 1 0,1 0 0,0-3 0,5-5 0,0 0 0,-1-1 0,9-17 0,-12 22 0,12-30 0,0 0 0,-2 0 0,-2-1 0,-1-1 0,8-69 0,-12 80-49,0 0-1,2 1 0,0 0 1,2 0-1,15-28 0,-7 15-1017,-10 18-5759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8:41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1 527 24575,'6'3'0,"8"1"0,5-3 0,5-14 0,-2-8 0,-4-8 0,0-10 0,4-9 0,-2-6 0,-2-6 0,-4-1 0,2 3 0,-1 9 0,-1 7 0,0 7 0,-2 10-8191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48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24575,'5'0'0,"6"0"0,4 0 0,5 0 0,2 0 0,4 0 0,0 0 0,1 0 0,0 0 0,-2 3 0,-2 4 0,3 1 0,7 5 0,1 3 0,1-1 0,-6-3-8191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5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24575,'0'376'0,"0"-369"0,-1-2 0,1 1 0,1-1 0,-1 1 0,3 8 0,-3-12 0,1-1 0,-1 0 0,1 1 0,-1-1 0,1 0 0,0 1 0,-1-1 0,1 0 0,0 0 0,0 0 0,0 0 0,0 0 0,0 0 0,0 0 0,0 0 0,1 0 0,-1-1 0,0 1 0,0 0 0,1-1 0,-1 1 0,3 0 0,11 1 0,0 0 0,-1-1 0,1 0 0,0-1 0,23-4 0,-35 4 0,2 0 0,0-1 0,0 0 0,0 0 0,1 0 0,-1-1 0,0 1 0,0-1 0,-1 0 0,9-5 0,-11 5 0,1 0 0,-1 0 0,1-1 0,-1 1 0,0 0 0,0-1 0,0 0 0,0 1 0,0-1 0,-1 0 0,1 0 0,-1 0 0,0 0 0,0 0 0,0 0 0,1-5 0,0-11 0,0 0 0,-1 0 0,-2-26 0,0 21 0,2-27 0,0 42 0,0 0 0,1 1 0,0-1 0,0 1 0,1-1 0,7-14 0,-3 9 0,19-34 0,-23 43 0,0 0 0,1 0 0,-1 0 0,1 1 0,0 0 0,6-5 0,-10 8 0,0 1 0,1 0 0,-1-1 0,1 1 0,-1 0 0,1-1 0,-1 1 0,1 0 0,-1 0 0,1-1 0,-1 1 0,1 0 0,-1 0 0,1 0 0,0 0 0,-1 0 0,1 0 0,-1 0 0,1 0 0,-1 0 0,1 0 0,-1 0 0,1 0 0,0 0 0,-1 1 0,1-1 0,-1 0 0,1 0 0,-1 0 0,1 1 0,-1-1 0,1 0 0,-1 1 0,0-1 0,1 0 0,-1 1 0,1-1 0,-1 1 0,0-1 0,1 1 0,-1-1 0,0 1 0,0-1 0,1 2 0,1 1 0,-1 1 0,0-1 0,0 1 0,0 0 0,1 5 0,3 40 0,-3-1 0,-3 53 0,0-43 0,-1 414 0,3-448 0,7 39 0,1 13 0,-8 83-100,-2-109-1165,1-29-5561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2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24575,'7'10'0,"-1"0"0,0 1 0,0 0 0,-1 0 0,-1 1 0,0 0 0,0-1 0,-1 1 0,3 24 0,-3 5 0,-3 68 0,-1-64 0,0 498-1365,1-520-5461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29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44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24575,'3'6'0,"4"8"0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46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93 255 24575,'6'-17'0,"1"0"0,1 0 0,15-22 0,35-43 0,-50 73 0,0-1 0,0 1 0,18-15 0,-21 20 0,-1 1 0,1 0 0,-1 0 0,1 1 0,0-1 0,0 1 0,1 0 0,-1 1 0,0-1 0,1 1 0,6-1 0,2 1 0,0 0 0,0 0 0,0 2 0,1-1 0,-1 2 0,24 5 0,-36-6 0,0 0 0,0 0 0,0 1 0,0-1 0,0 0 0,0 1 0,-1-1 0,1 1 0,0 0 0,-1-1 0,0 1 0,1 0 0,-1 0 0,0 0 0,0 0 0,0 0 0,0 0 0,0 0 0,0 0 0,-1 1 0,1-1 0,-1 0 0,1 4 0,0 7 0,0-1 0,-1 1 0,-2 14 0,1-8 0,-3 315 0,3-318 0,0 0 0,-1 0 0,-1 0 0,0 0 0,-9 23 0,-35 73 0,9-26 0,35-78 0,2-4 0,0 0 0,-1 0 0,0 0 0,0 0 0,-3 4 0,5-7 0,-1 0 0,0-1 0,0 1 0,0 0 0,0 0 0,0 0 0,0-1 0,0 1 0,0 0 0,0-1 0,0 1 0,0-1 0,0 0 0,0 1 0,0-1 0,-1 0 0,1 1 0,0-1 0,0 0 0,0 0 0,-1 0 0,1 0 0,-2-1 0,-6-1 0,-1-2 0,1 1 0,0-1 0,0 0 0,1-1 0,-1 0 0,-9-8 0,12 9 0,-24-16 0,-2-1 0,1 0 0,-47-44 0,72 59 0,1-1 0,0 0 0,0 0 0,0-1 0,1 1 0,0-1 0,0 0 0,1 0 0,0 0 0,1 0 0,0-1 0,0 1 0,0-1 0,1 0 0,1-13 0,-1 17 0,1-1 0,1 1 0,-1 0 0,1 0 0,0 0 0,0-1 0,1 1 0,-1 0 0,1 0 0,0 1 0,1-1 0,-1 0 0,1 1 0,0-1 0,0 1 0,0 0 0,1 0 0,-1 0 0,1 0 0,0 1 0,0-1 0,0 1 0,1 0 0,-1 1 0,1-1 0,5-2 0,1 1 0,1 1 0,0 0 0,-1 1 0,22-2 0,48 2 0,-61 3 0,47-1 0,208 5 0,-270-4 0,0-1 0,0 1 0,0 0 0,0 1 0,-1-1 0,1 1 0,0 0 0,-1 0 0,1 1 0,-1-1 0,0 1 0,1 0 0,-1 0 0,-1 0 0,5 5 0,4 5 0,0 1 0,18 30 0,-1-1 0,21 20 45,27 35-1455,-61-74-5416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21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2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24575,'9'0'0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25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24575,'3'-3'0,"4"-1"0,7 1 0,4 0 0,2 0 0,3 2 0,1 0 0,3 1 0,-1 0 0,2 0 0,-2 0 0,-1 1 0,0-1 0,-4 0-8191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40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42 24575,'-2'0'0,"0"1"0,0-1 0,0 1 0,0-1 0,0 1 0,0 0 0,0 0 0,1 0 0,-1 0 0,0 0 0,0 1 0,1-1 0,-1 0 0,1 1 0,0-1 0,-1 1 0,-1 3 0,-1 0 0,0 1 0,1 0 0,-1 0 0,-2 6 0,-31 72 0,36-81 0,0-1 0,0 0 0,0 1 0,0 0 0,1-1 0,-1 1 0,1-1 0,0 1 0,0 0 0,-1-1 0,2 1 0,-1 3 0,1-5 0,-1 0 0,0 0 0,1 0 0,-1 0 0,1 0 0,-1 0 0,1 0 0,-1 0 0,1-1 0,0 1 0,0 0 0,-1-1 0,1 1 0,0 0 0,0-1 0,0 1 0,-1-1 0,1 1 0,0-1 0,0 1 0,0-1 0,0 0 0,0 1 0,0-1 0,0 0 0,0 0 0,0 0 0,0 0 0,0 0 0,0 0 0,0 0 0,0 0 0,2-1 0,-1 1 0,0 0 0,0 0 0,0-1 0,0 1 0,0-1 0,0 1 0,0-1 0,-1 0 0,1 0 0,0 0 0,0 0 0,-1 0 0,1 0 0,-1 0 0,1-1 0,-1 1 0,1-1 0,0-1 0,0 1 0,0-1 0,-1 0 0,0 1 0,0-1 0,0 0 0,0 0 0,0 0 0,0 0 0,-1 1 0,0-1 0,1-4 0,-1 1 0,0 0 0,-1 0 0,1 0 0,-1 1 0,-1-1 0,1 0 0,-1 1 0,0-1 0,0 1 0,0-1 0,-1 1 0,-3-6 0,-2 2-97,1 0-1,-1 1 1,-1 0-1,1 0 1,-1 1-1,-1 0 1,1 0-1,-1 1 1,0 1-1,-1-1 1,1 2-1,-1-1 0,-14-3 1,2 4-6729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1:4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56 24575,'-1'-1'0,"0"0"0,-1 1 0,1-1 0,0 0 0,-1 0 0,1 1 0,-1-1 0,1 1 0,-1-1 0,1 1 0,-1 0 0,1 0 0,-1-1 0,0 1 0,1 0 0,-1 0 0,1 0 0,-1 1 0,1-1 0,-1 0 0,1 1 0,-1-1 0,1 1 0,-2 0 0,-5 2 0,0 1 0,-15 9 0,21-12 0,-10 6 0,0 2 0,0-1 0,0 2 0,1-1 0,-19 22 0,25-23 0,-1 0 0,1 0 0,0 0 0,0 0 0,1 1 0,1-1 0,-1 1 0,1 0 0,1 1 0,-3 11 0,3 7 0,0 0 0,5 54 0,0-24 0,-2-48 0,-1-1 0,1 1 0,1-1 0,-1 0 0,2 1 0,-1-1 0,5 10 0,-4-12 0,1-1 0,-1 0 0,1 0 0,0-1 0,1 1 0,-1-1 0,1 0 0,0 0 0,1 0 0,7 5 0,2 0 0,0-1 0,1 0 0,-1-1 0,1-1 0,1-1 0,0 0 0,24 5 0,-15-7 0,-1 0 0,0-2 0,1-1 0,39-3 0,-59 2 0,-1-1 0,1 0 0,-1 0 0,12-4 0,-16 5 0,0 0 0,0-1 0,0 1 0,0-1 0,1 0 0,-1 1 0,0-1 0,0 0 0,0 0 0,0 0 0,0 0 0,0 0 0,-1 0 0,1 0 0,0 0 0,0 0 0,-1 0 0,1 0 0,-1 0 0,1 0 0,-1-1 0,1 1 0,-1 0 0,0 0 0,1-1 0,-1 1 0,0 0 0,0-2 0,-1-5 0,-1 1 0,1-1 0,-1 1 0,-6-14 0,-1-6 0,2 3 0,2-1 0,1 0 0,-1-27 0,4-76 0,1 112 0,1 4 0,-2 1 0,0-1 0,0 0 0,-1 1 0,0-1 0,-1 1 0,0 0 0,-1 0 0,0 0 0,-1 0 0,0 1 0,-1 0 0,0 0 0,-9-11 0,5 7 30,-2 1 0,1 0 0,-18-13 0,22 20-195,-1 1 0,1 0 0,-1 0 0,0 1 0,0 0 0,0 0 0,-1 1 0,-8-3 0,-11 0-6661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1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24575,'-3'0'0,"-1"3"0,0 3 0,-2 5 0,-4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19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24575,'2'2'0,"0"-1"0,0 1 0,0-1 0,0 1 0,0 0 0,0 0 0,0 0 0,-1 0 0,1 0 0,-1 0 0,0 1 0,0-1 0,1 0 0,-1 1 0,-1-1 0,2 6 0,1 3 0,-1 0 0,1 18 0,-3-26 0,3 30 0,-2 0 0,-2-1 0,0 1 0,-3 0 0,-11 50 0,8-52 0,2 1 0,-3 57 0,8 66 0,2-67 0,-2-63-89,-1-4-549,5 38 0,0-39-6188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4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24575,'2'0'0,"1"0"0,-1 0 0,1 1 0,-1-1 0,0 1 0,1 0 0,-1 0 0,0 0 0,1 0 0,-1 0 0,0 1 0,3 1 0,24 24 0,-5-4 0,130 105 0,-119-94 0,-20-18 0,1 0 0,0-2 0,2 0 0,-1 0 0,33 17 0,-29-22-273,0 2 0,-1 0 0,-1 2 0,33 26 0,-33-21-6553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4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9 24575,'2'-1'0,"0"0"0,1 0 0,-1 0 0,1 0 0,-1 0 0,0 0 0,1 1 0,0-1 0,-1 1 0,1 0 0,-1 0 0,1 0 0,-1 0 0,1 0 0,-1 1 0,1-1 0,0 1 0,3 1 0,-6-2 0,1 0 0,-1 0 0,1 0 0,-1 1 0,1-1 0,-1 0 0,1 0 0,-1 1 0,1-1 0,-1 0 0,0 1 0,1-1 0,-1 0 0,0 1 0,1-1 0,-1 1 0,0-1 0,0 1 0,1-1 0,-1 1 0,0-1 0,0 1 0,0-1 0,0 1 0,0-1 0,1 1 0,-1-1 0,0 1 0,0-1 0,0 1 0,0-1 0,-1 1 0,1-1 0,0 1 0,0-1 0,0 1 0,0-1 0,0 1 0,-1-1 0,1 1 0,0-1 0,-1 1 0,-11 19 0,-3 0 0,0 0 0,2 1 0,1 1 0,1 0 0,-10 25 0,-57 123 0,17-42 0,5-18-1365,45-92-5461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3:46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24575,'0'3'0,"0"3"0,-3 8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06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131 257 24575,'10'3'0,"5"2"0,0 1 0,20 10 0,-32-15 0,-1 1 0,1-1 0,-1 0 0,1 0 0,0 0 0,0 0 0,-1 0 0,1-1 0,0 1 0,0-1 0,0 0 0,0 0 0,-1 0 0,1 0 0,0 0 0,0-1 0,0 1 0,4-2 0,-4 0 0,0 0 0,0 1 0,0-1 0,0 0 0,0-1 0,-1 1 0,1 0 0,-1-1 0,1 0 0,-1 1 0,0-1 0,0 0 0,0 0 0,-1 0 0,3-4 0,-3 4 0,1 0 0,-1 0 0,0 0 0,0 0 0,0 0 0,0 0 0,0 0 0,-1 0 0,0 0 0,1-1 0,-1 1 0,0 0 0,0 0 0,-1 0 0,1-1 0,-1 1 0,0 0 0,1 0 0,-1 0 0,-1 0 0,1 0 0,0 0 0,-1 0 0,1 1 0,-1-1 0,0 0 0,0 1 0,0-1 0,0 1 0,0 0 0,-5-4 0,-6-6 0,-1 0 0,-1 1 0,0 1 0,-25-15 0,34 22 0,-1 0 0,1 0 0,0 1 0,-1 0 0,1 0 0,-1 0 0,0 1 0,0 0 0,1 0 0,-1 1 0,0 0 0,0 0 0,0 0 0,0 1 0,-7 2 0,10-2 0,1 1 0,-1 0 0,1 0 0,-1 0 0,1 0 0,0 1 0,0-1 0,0 1 0,0 0 0,0 0 0,0 0 0,1 0 0,0 1 0,-1-1 0,1 1 0,1-1 0,-1 1 0,0 0 0,-1 7 0,-1 4 0,0 0 0,1 0 0,-2 29 0,5-35 0,0-1 0,0 1 0,0-1 0,1 1 0,3 11 0,-3-16 0,1 0 0,-1 0 0,1 0 0,-1 0 0,1-1 0,0 1 0,1-1 0,-1 1 0,1-1 0,-1 0 0,1 0 0,0 0 0,3 3 0,-5-6 0,14 12 0,0-1 0,1 0 0,18 8 0,-30-17 0,1 0 0,-1 0 0,1-1 0,0 1 0,0-1 0,-1 0 0,1 0 0,0 0 0,0-1 0,0 0 0,0 0 0,0 0 0,0-1 0,0 1 0,0-1 0,8-3 0,-4 0 0,0-1 0,0 1 0,0-2 0,-1 1 0,1-1 0,-2 0 0,1-1 0,-1 0 0,0 0 0,8-11 0,5-9 0,28-52 0,-25 39 0,-18 33 0,-1-1 0,0 1 0,0-1 0,-1 0 0,0 0 0,3-16 0,-6 23 0,0 1 0,1-1 0,-1 0 0,0 0 0,0 0 0,0 0 0,0 0 0,0 0 0,0 0 0,0 0 0,0 0 0,-1 0 0,1 0 0,0 0 0,-1 1 0,1-1 0,0 0 0,-1 0 0,1 0 0,-1 0 0,1 1 0,-2-2 0,1 1 0,0 1 0,0-1 0,0 1 0,0 0 0,0-1 0,0 1 0,0 0 0,0 0 0,0-1 0,0 1 0,0 0 0,0 0 0,0 0 0,0 0 0,0 1 0,0-1 0,-1 0 0,-4 2 0,1 0 0,0 0 0,0 0 0,0 0 0,0 1 0,-8 5 0,4 0 0,-1 1 0,1 0 0,1 0 0,-1 1 0,2 0 0,-1 0 0,2 1 0,-1 0 0,-6 16 0,-3 12 0,-16 61 0,25-76 0,0 1 0,2 0 0,2 0 0,0 1 0,1-1 0,2 1 0,2 26 0,-1-46 0,0-1 0,0 1 0,0-1 0,1 0 0,0 1 0,0-1 0,0 0 0,1 0 0,-1-1 0,1 1 0,0 0 0,1-1 0,4 6 0,-3-6 0,0 0 0,0 0 0,0-1 0,0 1 0,1-1 0,-1 0 0,1 0 0,0-1 0,0 0 0,0 0 0,8 1 0,-4-1 0,0 0 0,-1-1 0,1 0 0,0 0 0,13-2 0,-20 1 0,0-1 0,0 1 0,0-1 0,0 1 0,0-1 0,0 0 0,0 0 0,0-1 0,0 1 0,-1-1 0,1 1 0,-1-1 0,1 0 0,-1 0 0,1 0 0,-1 0 0,0 0 0,0 0 0,0-1 0,0 1 0,1-4 0,0 0 0,-1 1 0,0-1 0,0 1 0,0-1 0,-1 0 0,0 0 0,1-6 0,-2 8 0,0 1 0,0 0 0,0-1 0,0 1 0,-1-1 0,1 1 0,-1 0 0,0-1 0,0 1 0,0 0 0,0 0 0,-1 0 0,1 0 0,-3-4 0,-1 2 0,1 0 0,-1 0 0,-1 0 0,1 1 0,-1 0 0,1 0 0,-10-5 0,-51-21 0,26 12 0,6 2 0,-66-23 0,94 38 0,9 2 0,13 4 0,17 0 0,1-1 0,-1-2 0,64-3 0,-88 0 0,1-1 0,-1-1 0,0 1 0,1-2 0,-1 1 0,-1-1 0,1-1 0,0 1 0,-1-1 0,14-12 0,-17 14 0,-1 0 0,0-1 0,-1 0 0,1 0 0,-1 0 0,1 0 0,-1 0 0,0 0 0,-1-1 0,1 0 0,-1 1 0,0-1 0,0 0 0,0 0 0,-1 0 0,0-1 0,0 1 0,0 0 0,0 0 0,-1 0 0,0-10 0,-1 12 0,0 0 0,0-1 0,0 1 0,0 0 0,0 0 0,-1 0 0,0 0 0,1 0 0,-1 0 0,0 0 0,0 0 0,-1 1 0,1-1 0,0 1 0,-1-1 0,0 1 0,1 0 0,-1 0 0,0 1 0,0-1 0,0 0 0,0 1 0,0 0 0,-1-1 0,1 1 0,-6 0 0,4-1 0,-1 2 0,1-1 0,-1 0 0,1 1 0,-1 0 0,1 1 0,-1-1 0,1 1 0,-1 0 0,1 0 0,-1 1 0,1-1 0,0 1 0,0 1 0,-9 4 0,9-4 0,1 1 0,-1 0 0,1 0 0,0 0 0,0 0 0,0 1 0,1-1 0,0 1 0,0 0 0,0 0 0,0 0 0,-3 10 0,3-6 0,1 0 0,0-1 0,1 1 0,-1 0 0,2 0 0,-1 0 0,2 14 0,-1-21 0,0 0 0,0 0 0,1 0 0,-1 1 0,1-1 0,-1 0 0,1 0 0,0 0 0,-1 0 0,1 0 0,0 0 0,0-1 0,1 1 0,-1 0 0,0 0 0,1-1 0,-1 1 0,1-1 0,2 3 0,-1-3 0,-1 1 0,0-1 0,1 0 0,-1-1 0,1 1 0,0 0 0,-1-1 0,1 1 0,0-1 0,-1 0 0,1 0 0,0 0 0,4-1 0,1 0 0,1-1 0,-1 0 0,-1-1 0,1 0 0,0 0 0,-1-1 0,1 1 0,-1-2 0,9-6 0,-11 6 0,0 0 0,0 0 0,0-1 0,-1 0 0,1 0 0,-2 0 0,1 0 0,-1 0 0,0-1 0,0 0 0,0 0 0,-1 0 0,1-8 0,0 5 0,-2 0 0,0 0 0,0 0 0,0 0 0,-2 0 0,1 0 0,-1-1 0,-4-17 0,3 22 0,0 1 0,0 0 0,-1 0 0,1 0 0,-1 1 0,0-1 0,0 1 0,-1-1 0,1 1 0,-1 0 0,0 0 0,0 1 0,0-1 0,0 1 0,-1 0 0,0 0 0,1 0 0,-1 1 0,0-1 0,0 1 0,-1 1 0,-9-3 0,11 3 0,-1 0 0,0 0 0,0 0 0,0 1 0,0 0 0,0 0 0,0 1 0,0-1 0,1 1 0,-1 0 0,0 0 0,0 0 0,1 1 0,-1 0 0,1 0 0,-1 0 0,1 0 0,0 1 0,0 0 0,0 0 0,0 0 0,0 0 0,1 1 0,-1-1 0,-3 7 0,2-2 0,0 0 0,1 1 0,0-1 0,1 1 0,-1 0 0,2 0 0,-1 0 0,0 11 0,1-7 0,1 1 0,0-1 0,1 1 0,1-1 0,2 15 0,-2-23 0,0 0 0,0 1 0,1-1 0,0-1 0,0 1 0,0 0 0,1 0 0,0-1 0,0 1 0,0-1 0,0 0 0,0 0 0,1 0 0,0-1 0,0 1 0,0-1 0,0 0 0,1 0 0,-1 0 0,1 0 0,-1-1 0,8 3 0,0-1 0,0 0 0,0-1 0,0 0 0,1-1 0,0-1 0,-1 0 0,1 0 0,14-2 0,-25 1 0,-1 0 0,1 0 0,0 0 0,0-1 0,-1 1 0,1 0 0,0-1 0,0 1 0,-1-1 0,1 0 0,-1 1 0,1-1 0,-1 0 0,1 0 0,-1 0 0,1 0 0,-1 0 0,0-1 0,1 1 0,-1 0 0,0 0 0,0-1 0,0 1 0,0-1 0,1-1 0,-1 0 0,-1 0 0,1 0 0,-1 0 0,1 0 0,-1 0 0,0 0 0,0-1 0,0 1 0,-1 0 0,1 0 0,-1 0 0,1 0 0,-3-4 0,-1-5 0,0 0 0,-1 1 0,0 0 0,-1 0 0,0 1 0,-1-1 0,0 1 0,-11-11 0,13 16 0,-1-1 0,1 1 0,-1 0 0,0 1 0,0 0 0,-1 0 0,1 0 0,-1 0 0,0 1 0,0 0 0,0 1 0,0 0 0,-1 0 0,-11-2 0,9 3 0,0 1 0,0 0 0,0 0 0,0 1 0,0 0 0,0 1 0,1 0 0,-1 1 0,0 0 0,1 0 0,-18 9 0,22-8 0,-1-1 0,1 1 0,0 0 0,0 0 0,1 0 0,-1 1 0,1-1 0,0 1 0,0 0 0,0 0 0,1 1 0,0-1 0,0 1 0,0 0 0,1 0 0,-1 0 0,2 0 0,-1 0 0,-1 11 0,2-12 0,1 0 0,0-1 0,0 1 0,0 0 0,1 0 0,-1 0 0,1 0 0,0-1 0,1 1 0,-1 0 0,1-1 0,3 7 0,-2-5 0,1 0 0,0-1 0,1 1 0,-1-1 0,1 1 0,0-1 0,11 8 0,-6-6 0,0 0 0,0-1 0,1-1 0,0 0 0,0 0 0,0-1 0,1 0 0,0-1 0,22 3 0,3-4 0,62-4 0,-59 0 0,-31 1 0,0 0 0,0 0 0,1-1 0,-2-1 0,1 0 0,0 0 0,0 0 0,-1-1 0,0-1 0,0 1 0,0-1 0,0 0 0,-1-1 0,0 0 0,0 0 0,7-9 0,-1-1 0,0 0 0,-1-1 0,-1 0 0,0-1 0,-2 0 0,10-24 0,-16 36 0,-1-1 0,0 1 0,0-1 0,0 0 0,-1 0 0,0 0 0,0 0 0,0 0 0,-1 0 0,0 0 0,-1 0 0,0 0 0,0 0 0,0 0 0,-1 1 0,0-1 0,-4-9 0,2 5 0,-1-1 0,-1 1 0,0 0 0,-1 0 0,0 0 0,0 1 0,-16-16 0,18 21 0,-1 0 0,0 0 0,0 1 0,-1 0 0,1 0 0,-1 1 0,0-1 0,0 2 0,0-1 0,0 1 0,0 0 0,-1 0 0,1 1 0,-11-1 0,1 1 0,1 0 0,-1 2 0,1 0 0,-1 1 0,1 0 0,0 1 0,0 1 0,-21 8 0,31-10 0,0 1 0,0 0 0,0 0 0,0 1 0,0-1 0,1 1 0,0 0 0,0 1 0,0-1 0,0 1 0,1 0 0,-1 0 0,1 1 0,0-1 0,1 1 0,0 0 0,0 0 0,0 0 0,0 0 0,1 0 0,0 1 0,-2 12 0,4-16 0,-1 0 0,1 0 0,0 0 0,0 0 0,0 0 0,1 0 0,-1 0 0,1 0 0,-1 0 0,1-1 0,0 1 0,0 0 0,0 0 0,1-1 0,-1 1 0,1 0 0,-1-1 0,1 0 0,0 1 0,0-1 0,0 0 0,0 0 0,0 0 0,1 0 0,-1 0 0,0-1 0,1 1 0,4 2 0,7 1 0,0 1 0,0-2 0,0 0 0,25 3 0,-5 0 0,5 3 0,0-1 0,0-3 0,54 3 0,-89-9 0,13 0 0,-1 0 0,0-1 0,17-3 0,-27 3 0,-1-1 0,0 1 0,1-1 0,-1 0 0,0 0 0,0-1 0,0 0 0,-1 0 0,1 0 0,-1 0 0,1-1 0,6-7 0,-7 6 0,0-1 0,0 0 0,0 0 0,-1 0 0,0 0 0,0-1 0,0 1 0,-1-1 0,0 1 0,-1-1 0,1 0 0,-1 0 0,-1 0 0,1-9 0,-1 9 0,0 0 0,-1 0 0,1 0 0,-1 1 0,-1-1 0,1 0 0,-1 1 0,0-1 0,-1 1 0,0-1 0,0 1 0,0 0 0,-1 0 0,-6-8 0,6 10 0,1 1 0,-1 0 0,0 0 0,0 0 0,0 0 0,-1 0 0,1 1 0,-1 0 0,1 0 0,-1 0 0,0 1 0,0-1 0,0 1 0,-9-1 0,-4 1 0,0 1 0,-33 3 0,23-1 0,18-1 0,0 0 0,1 1 0,0 0 0,-1 1 0,1-1 0,0 2 0,0 0 0,1 0 0,-1 0 0,1 1 0,0 0 0,0 1 0,0 0 0,-10 10 0,8-6 0,0 0 0,1 1 0,0 0 0,1 1 0,0-1 0,-11 26 0,11-18 0,0 1 0,2-1 0,0 1 0,-2 23 0,1 16 0,3 1 0,5 79 0,0-91 0,-2-14 0,1-19 0,0 1 0,0-1 0,2 0 0,-1 0 0,8 28 0,-7-39 0,0 0 0,1 0 0,-1 0 0,0-1 0,1 1 0,0 0 0,0-1 0,0 0 0,1 0 0,-1 0 0,1 0 0,-1 0 0,1-1 0,0 1 0,0-1 0,0 0 0,0 0 0,1-1 0,-1 1 0,8 1 0,5 0 0,0 0 0,1-1 0,34 0 0,-44-2 0,0 0 0,1-1 0,-1 0 0,12-3 0,-16 3 0,0 0 0,0-1 0,-1 0 0,1 1 0,0-1 0,-1-1 0,0 1 0,1-1 0,-1 1 0,0-1 0,3-3 0,6-8 0,-1 0 0,-1-1 0,0 0 0,-1 0 0,-1-1 0,-1 0 0,0-1 0,0 0 0,-2 0 0,0 0 0,-1-1 0,-1 1 0,-1-1 0,1-30 0,-3 39 0,1-20 0,-4-32 0,2 52 0,0 1 0,-1 0 0,0-1 0,0 1 0,-1 0 0,0 0 0,0 0 0,-7-10 0,6 11 0,-1 0 0,0 1 0,0-1 0,-1 1 0,0 0 0,0 0 0,0 1 0,0-1 0,-12-6 0,13 10 0,1 0 0,-1 0 0,1 1 0,-1-1 0,0 1 0,0 0 0,0 0 0,1 0 0,-1 1 0,0 0 0,0 0 0,0 0 0,0 0 0,0 1 0,0 0 0,0 0 0,-7 3 0,4-1 0,0 1 0,0 0 0,0 0 0,1 1 0,-1 0 0,1 0 0,0 1 0,1 0 0,0 0 0,0 0 0,-6 8 0,1 2 0,0 0 0,1 0 0,-16 36 0,24-47 0,0 1 0,0 0 0,0-1 0,1 1 0,0 0 0,0 0 0,0 0 0,1 0 0,-1 0 0,2 0 0,-1-1 0,1 1 0,0 0 0,3 11 0,-3-13 0,1 0 0,-1-1 0,1 0 0,0 1 0,0-1 0,1 0 0,-1 0 0,1 0 0,-1 0 0,1 0 0,0-1 0,0 1 0,0-1 0,0 0 0,1 1 0,-1-2 0,0 1 0,1 0 0,0-1 0,-1 1 0,1-1 0,0 0 0,6 0 0,-4 0 0,-1 0 0,1-1 0,-1 0 0,1 0 0,-1-1 0,1 1 0,-1-1 0,1-1 0,-1 1 0,1-1 0,-1 1 0,0-2 0,0 1 0,0 0 0,0-1 0,0 0 0,-1 0 0,1-1 0,-1 1 0,0-1 0,0 0 0,0 0 0,-1 0 0,1-1 0,-1 1 0,0-1 0,4-9 0,-6 14 0,-1-2 0,2-1 0,-1 1 0,0 0 0,0-1 0,1 1 0,-1 0 0,4-3 0,-4 4 0,-1 1 0,0 0 0,0 0 0,1 0 0,-1 0 0,0 0 0,1-1 0,-1 1 0,0 0 0,1 0 0,-1 0 0,0 0 0,1 0 0,-1 0 0,0 0 0,1 0 0,-1 0 0,0 0 0,1 0 0,-1 0 0,0 1 0,1-1 0,10 9 0,-7-3 0,-1 0 0,0 0 0,0 0 0,0 1 0,0-1 0,-1 1 0,0 0 0,-1 0 0,1-1 0,0 13 0,-1 9 0,-2 35 0,1-61 0,0 5-85,-1-1 0,1 0-1,-1 0 1,0 0 0,0 0-1,-1 0 1,0 0 0,0 0-1,0-1 1,-1 1 0,1-1-1,-1 1 1,-1-1 0,1 0-1,-6 6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07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11 100 24575,'-3'-3'0,"-1"-10"0,0-6 0,4-2 0,2-1 0,6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22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 24575,'0'33'0,"1"-8"0,-4 32 0,2-49 0,0 0 0,-1 0 0,0-1 0,0 1 0,-1-1 0,0 1 0,0-1 0,-5 8 0,-9 11 0,1 1 0,1 0 0,2 1 0,-17 50 0,19-24 0,8-38 0,0 0 0,-1-1 0,-8 21 0,3-15 0,-2 2 0,1 1 0,1 1 0,1-1 0,-6 35 0,5-13-1365,5-28-5461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2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24575,'-2'1'0,"1"1"0,0 0 0,0 0 0,0 0 0,0 0 0,1 0 0,-1 0 0,0 0 0,1 0 0,-1 0 0,1 0 0,0 4 0,-1 0 0,0 2 0,1 1 0,0-1 0,0 1 0,1-1 0,0 1 0,3 10 0,18 51 0,-9-31 0,4 20 0,-6-18 0,2 0 0,2-1 0,24 47 0,-19-48 0,-10-19 0,15 23 0,-25-42 0,1-1 0,-1 1 0,1 0 0,0-1 0,-1 1 0,1 0 0,0-1 0,0 1 0,0-1 0,-1 1 0,1-1 0,0 0 0,0 1 0,0-1 0,0 0 0,0 0 0,0 1 0,-1-1 0,1 0 0,0 0 0,0 0 0,0 0 0,0 0 0,0 0 0,0-1 0,0 1 0,0 0 0,0 0 0,0-1 0,-1 1 0,1 0 0,0-1 0,0 1 0,0-1 0,0 0 0,6-3 0,-1 0 0,0-1 0,8-8 0,-6 7 0,24-23 0,36-29 0,-58 51 0,0 0 0,0 1 0,1 1 0,0-1 0,16-4 0,32-11-30,-38 13-304,0 0 0,1 2 1,42-8-1,-36 12-6492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27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39 24575,'-2'2'0,"1"-1"0,-1 1 0,1 0 0,0 0 0,0 0 0,0 0 0,0-1 0,0 1 0,0 1 0,0-1 0,1 0 0,-1 0 0,1 0 0,0 0 0,-1 4 0,1-5 0,0 0 0,0 1 0,0-1 0,0 0 0,1 1 0,-1-1 0,0 0 0,1 1 0,-1-1 0,0 0 0,1 0 0,0 1 0,-1-1 0,1 0 0,0 0 0,-1 0 0,1 0 0,0 0 0,0 0 0,0 0 0,0 0 0,0 0 0,0 0 0,0-1 0,3 2 0,17 4 0,-11-4 0,-9-2 0,-4 0 0,1 0 0,0 0 0,0 1 0,1-1 0,-1 1 0,0-1 0,1 1 0,-1 0 0,0 0 0,1-1 0,-1 1 0,1 0 0,-1 0 0,1 0 0,0 1 0,-1-1 0,1 0 0,0 1 0,0-1 0,-2 3 0,-20 33 0,18-28 0,2-3 0,-34 66 0,34-65 0,0-1 0,1 1 0,0 0 0,0 0 0,1 0 0,0 0 0,0 0 0,0 14 0,2-18 0,0 1 0,0-1 0,0 0 0,0 1 0,0-1 0,1 0 0,0 0 0,0 0 0,-1 0 0,2 0 0,-1-1 0,0 1 0,1 0 0,-1-1 0,1 0 0,5 4 0,-4-3 0,0 0 0,1 0 0,-1-1 0,1 0 0,0 0 0,-1 0 0,1 0 0,0-1 0,0 1 0,10 0 0,-14-2 0,0 0 0,0 0 0,0 0 0,0 0 0,0 0 0,0-1 0,0 1 0,0 0 0,0 0 0,-1-1 0,1 1 0,0-1 0,0 1 0,0-1 0,0 1 0,0-1 0,0 1 0,-1-1 0,1 0 0,0 1 0,-1-1 0,1 0 0,0 0 0,-1 1 0,1-1 0,-1 0 0,1 0 0,-1 0 0,1 0 0,-1 0 0,0 0 0,1 0 0,-1-1 0,0 0 0,1 0 0,-1 0 0,0-1 0,0 1 0,-1 0 0,1 0 0,0-1 0,-1 1 0,1 0 0,-1 0 0,1 0 0,-1 0 0,0 0 0,-2-4 0,0 3 0,1-1 0,-1 1 0,0 0 0,0 0 0,0 0 0,0 0 0,-1 0 0,-6-3 0,-33-15 0,31 16 0,0-1 0,-13-7 0,21 10 0,0 1 0,1-1 0,0 0 0,0 0 0,0 0 0,0 0 0,0 0 0,0-1 0,1 1 0,-4-8 0,-1-6 0,1-1 0,-5-18 0,8 23 0,0 0 0,-1 1 0,-1-1 0,0 1 0,-1 0 0,-8-13 0,9 18 0,0 0 0,-1 0 0,0 0 0,0 0 0,-1 1 0,-8-6 0,13 10 0,0 1 0,0 0 0,0-1 0,-1 1 0,1 0 0,0 0 0,-1 1 0,1-1 0,0 0 0,-1 1 0,1 0 0,-1-1 0,1 1 0,-1 0 0,1 0 0,-1 0 0,1 1 0,-1-1 0,1 1 0,-1-1 0,1 1 0,0 0 0,-1 0 0,1 0 0,0 0 0,-4 3 0,-3 2-273,0 1 0,1 1 0,0-1 0,-9 12 0,-3 6-6553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27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24575,'3'7'0,"-1"1"0,1 0 0,-2-1 0,1 1 0,-1 0 0,0 14 0,-1-16 0,0 0 0,1 0 0,-1 0 0,1 0 0,1 0 0,-1 0 0,1-1 0,0 1 0,0 0 0,0-1 0,4 6 0,-4-9 0,-1-1 0,0 1 0,0-1 0,1 0 0,-1 0 0,1 1 0,-1-1 0,1 0 0,0-1 0,-1 1 0,1 0 0,0 0 0,0-1 0,2 1 0,-4 0 0,1-1 0,0 0 0,0 0 0,0 0 0,-1 0 0,1 0 0,0 0 0,0 0 0,-1 0 0,1-1 0,0 1 0,0 0 0,0 0 0,-1-1 0,1 1 0,0 0 0,-1-1 0,1 1 0,0-1 0,-1 1 0,1-1 0,0 1 0,-1-1 0,1 1 0,-1-1 0,1 0 0,-1 1 0,1-1 0,-1 0 0,0 1 0,1-1 0,-1 0 0,0 1 0,0-1 0,1-1 0,0-2 0,-1 0 0,0 0 0,0 1 0,0-1 0,0 0 0,0 0 0,-1 0 0,1 0 0,-1 1 0,0-1 0,0 0 0,-1 1 0,-2-7 0,-3-4 0,-17-24 0,22 36 0,1 0-115,0 1 59,1 1-1,-1-1 0,1 1 0,-1-1 0,1 0 0,-1 1 1,1-1-1,0 0 0,-1 1 0,1-1 0,0 0 0,0 0 1,0 1-1,-1-1 0,1 0 0,0 0 0,0 1 0,0-1 0,0 0 1,0 0-1,0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2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 24575,'1'116'0,"-3"128"0,-1-200 0,-10 43 0,3-45 0,-20 50 0,15-48 0,3-8 0,1 1 0,2 0 0,1 0 0,-5 70 0,3 15 0,3-60 0,6-44-151,-1-1-1,0 1 0,-2-1 0,0 1 1,-1-1-1,0 0 0,-2-1 1,-12 25-1,5-18-6674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30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24575,'-2'112'0,"4"122"0,-2-230 0,0 0 0,1-1 0,-1 1 0,1 0 0,0-1 0,0 1 0,0-1 0,0 1 0,1-1 0,-1 0 0,1 0 0,0 1 0,0-1 0,3 4 0,-2-5 0,0 1 0,0-1 0,0 0 0,1 1 0,-1-2 0,1 1 0,-1 0 0,1-1 0,-1 1 0,1-1 0,0 0 0,0 0 0,7 0 0,1 0 0,-1-1 0,1 0 0,-1 0 0,1-2 0,20-3 0,56-21 0,-67 19 0,6-2-455,-2 0 0,43-24 0,-42 18-6371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31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32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664 1 24575,'0'8'0,"0"0"0,-1 1 0,0-1 0,0 1 0,-1-1 0,0 0 0,0 0 0,-1 0 0,0 0 0,0 0 0,-8 12 0,-18 23 0,-2-3 0,-1 0 0,-75 68 0,5 2 0,23-22 0,70-80 0,-1 0 0,0-1 0,0-1 0,-1 0 0,0 0 0,0-1 0,0 0 0,-14 4 0,8-3 0,-58 17-15,46-15-1335,3 0-5476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33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24575,'-6'15'0,"0"-1"0,-13 21 0,11-19 0,-11 25 0,-16 38 0,34-77 0,0 1 0,0 0 0,0-1 0,1 1 0,-1 0 0,1-1 0,0 1 0,0 0 0,0 0 0,0 0 0,0-1 0,1 1 0,-1 0 0,1 0 0,0-1 0,0 1 0,0-1 0,0 1 0,0 0 0,0-1 0,1 0 0,-1 1 0,1-1 0,0 0 0,0 0 0,0 0 0,0 0 0,0 0 0,3 2 0,6 3 0,0 1 0,1-2 0,0 0 0,22 9 0,-19-10 0,82 45-327,-77-39-711,12 7-5788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6:34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24575,'-8'12'0,"2"-2"0,2 3 0,0 0 0,1 0 0,0 0 0,1 1 0,1-1 0,0 1 0,0 0 0,3 17 0,-2-26 0,1 0 0,-1 0 0,1 0 0,0 0 0,1 0 0,-1 0 0,1 0 0,0-1 0,0 1 0,0-1 0,1 1 0,0-1 0,0 0 0,3 5 0,-2-6 0,0 1 0,1-1 0,-1 0 0,1 0 0,-1 0 0,1-1 0,0 1 0,0-1 0,0-1 0,0 1 0,0-1 0,0 1 0,7-1 0,-4 1 0,1-1 0,0-1 0,-1 0 0,17-1 0,-22 1 0,0-1 0,-1 1 0,1-1 0,0 0 0,-1 0 0,1 0 0,-1 0 0,1 0 0,-1 0 0,1-1 0,-1 1 0,0-1 0,0 1 0,1-1 0,-1 0 0,-1 0 0,1 0 0,0 0 0,3-5 0,-3 3 0,-1-1 0,1 1 0,-1-1 0,0 1 0,0-1 0,-1 0 0,1 1 0,-1-1 0,0 0 0,0 0 0,0 1 0,-1-1 0,0 0 0,0 1 0,0-1 0,0 1 0,-3-6 0,1 3 0,0 1 0,0-1 0,0 1 0,-1 0 0,0 0 0,0 0 0,-1 1 0,0 0 0,0-1 0,0 2 0,-6-6 0,-73-41-1365,59 38-5461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5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24575,'0'3'0,"0"13"0,0 7 0,0 11 0,0 9 0,0 9 0,0 6 0,0 3 0,0-1 0,0-6 0,0-6 0,0-1 0,0-7 0,0-3 0,0-6 0,0-5 0,0-6-8191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24575,'0'3'0,"0"10"0,3 5 0,1 4 0,0 0 0,-1 8 0,-1 3 0,-1 7 0,3 0 0,0-3 0,0-3 0,-1-1 0,-1-2 0,-1-8-8191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6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24575,'0'9'0,"0"9"0,0 11 0,0 2 0,0 9 0,0 4 0,0 2 0,0 1 0,0-6 0,0 0 0,0-5 0,0-4 0,0-9-8191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6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24575,'-3'12'0,"-4"7"0,-1 12 0,-8 10 0,-4 1 0,2 2 0,3-3 0,4-9-8191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24575,'-3'2'0,"-1"9"0,-3 6 0,-3 5 0,-3-2 0,-5-2 0,-3 0 0,0 3 0,2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7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24575,'-9'9'0,"-6"15"0,0 7 0,2 3 0,0 0 0,3-1 0,3-5-8191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24575,'0'12'0,"-3"13"0,-1 8 0,-6 8 0,-1-1 0,-2 3 0,-2-4 0,-1-5 0,2-8-8191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4:59:38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0 24575,'-3'9'0,"-4"9"0,-6 5 0,-5 0 0,-5 4 0,-1 2 0,-6 3 0,-1-2 0,2-2 0,3 0 0,0-3 0,1-1 0,5-6-8191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4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1 770 24575,'0'-3'0,"0"1"0,0 0 0,0 0 0,0 0 0,1-1 0,-1 1 0,1 0 0,0 0 0,0 0 0,-1 0 0,1 0 0,0 0 0,1 0 0,1-3 0,-2 5 0,0-1 0,0 0 0,0 0 0,0 1 0,0-1 0,0 0 0,0 1 0,0-1 0,0 1 0,0 0 0,0-1 0,1 1 0,-1 0 0,0 0 0,0-1 0,0 1 0,1 0 0,-1 0 0,0 0 0,0 1 0,0-1 0,1 0 0,-1 0 0,0 1 0,0-1 0,0 0 0,0 1 0,0-1 0,2 2 0,4 2 0,0 0 0,0 1 0,-1 0 0,1 0 0,-1 1 0,9 10 0,32 44 0,-35-44 0,57 77 0,56 73 0,-111-149 0,-1 0 0,-1 1 0,0 1 0,12 28 0,-10-17 0,83 179 0,-78-175 0,37 50 0,-9-16 0,11 37 0,-48-86 0,0 5 0,-1 1 0,-1 0 0,-1 1 0,-1-1 0,3 30 0,10 45 0,15 18 0,25 109 0,-25 0 0,-27-173 0,-4-34 0,1 1 0,2-1 0,0 0 0,1 0 0,0-1 0,2 0 0,1 0 0,0-1 0,1 0 0,1-1 0,0 0 0,1-1 0,26 24 0,-25-26 0,0 2 0,14 18 0,-2-1 0,-22-29 0,0 0 0,-1-1 0,1 1 0,1-1 0,-1 0 0,0-1 0,1 1 0,4 2 0,42 13 0,-5-2 0,-27-7 0,-8-3 0,0-1 0,0-1 0,23 6 0,-30-9 0,-1 0 0,1-1 0,-1 0 0,1 0 0,-1 0 0,1 0 0,-1-1 0,1 1 0,-1-1 0,1 0 0,-1 0 0,0 0 0,1 0 0,-1 0 0,0-1 0,0 0 0,0 0 0,3-2 0,-1 0 0,0 0 0,-1-1 0,1 0 0,-1 0 0,0 0 0,-1 0 0,1-1 0,-1 1 0,0-1 0,3-9 0,1-7 0,8-38 0,-1 1 0,28-45 0,-28 74 0,19-58 0,-18 29 0,-2-1 0,-3 0 0,4-121 0,-13 131 0,1 0 0,3 0 0,23-96 0,-26 140 0,21-75 0,17-123 0,-39 195 0,0 1 0,1-1 0,0 1 0,0-1 0,1 1 0,0 0 0,0 0 0,1 0 0,8-12 0,-8 16 0,-1 0 0,0 0 0,1 1 0,-1-1 0,1 1 0,0 0 0,0 0 0,0 1 0,1-1 0,-1 1 0,1 0 0,-1 0 0,1 0 0,0 1 0,0-1 0,-1 1 0,1 0 0,6 0 0,1 1 0,-1 0 0,1 0 0,-1 1 0,1 0 0,-1 1 0,0 0 0,0 1 0,0 1 0,0-1 0,0 2 0,-1-1 0,0 2 0,0-1 0,0 1 0,13 11 0,7 6 0,-1 1 0,-1 1 0,30 35 0,-49-49 0,0 1 0,-1-1 0,0 2 0,-1-1 0,0 1 0,-1 0 0,-1 0 0,0 1 0,0 0 0,-2 0 0,4 22 0,-4-19 0,0 0 0,1 0 0,12 31 0,26 47 0,-17-42 0,-21-44 0,0 0 0,1 0 0,0-1 0,1 1 0,0-1 0,0-1 0,0 1 0,1-1 0,0 0 0,1-1 0,0 1 0,0-1 0,0-1 0,0 0 0,1 0 0,0-1 0,12 5 0,-10-5 0,2 0 0,-1 0 0,19 2 0,-25-6 0,1 1 0,-1-1 0,0 0 0,1 0 0,-1-1 0,0 0 0,0 0 0,0-1 0,7-2 0,41-16 0,1 3 0,80-16 0,-97 25 0,-2-3 0,60-23 0,11-5 0,-86 32 0,0-1 0,0-1 0,-1-1 0,-1-1 0,0-1 0,0 0 0,22-20 0,-4-2 0,0-2 0,33-42 0,-33 29 0,50-85 0,-72 109 0,-2 0 0,-1-1 0,13-38 0,41-100 0,-22 60 0,68-161 0,-101 243 0,-2-1 0,0 0 0,-1 0 0,-2-1 0,0 0 0,-1 0 0,-2 0 0,1-27 0,-7-22 0,-15-90 0,-3-39 0,21-15 0,1 93 0,0 103-682,6-33-1,-3 28-6143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46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24575,'0'1'0,"-1"0"0,1 1 0,-1-1 0,1 0 0,-1 0 0,1 0 0,-1 1 0,0-1 0,0 0 0,1 0 0,-1 0 0,0 0 0,-2 1 0,-4 6 0,4-3 0,1 0 0,0-1 0,0 2 0,0-1 0,0 0 0,1 0 0,-2 11 0,2-3 0,0 27 0,2-38 0,-1 0 0,0 1 0,1-1 0,-1 0 0,1 0 0,0 0 0,-1 0 0,1 0 0,0 0 0,0 0 0,1 0 0,-1 0 0,0 0 0,1-1 0,-1 1 0,1 0 0,-1-1 0,1 1 0,0-1 0,-1 0 0,1 0 0,0 1 0,0-1 0,0 0 0,0-1 0,3 2 0,0 0 0,-1-1 0,1 0 0,-1 0 0,1 0 0,0-1 0,-1 0 0,1 1 0,0-2 0,0 1 0,-1 0 0,8-3 0,-10 3 0,0 0 0,-1-1 0,1 0 0,-1 1 0,1-1 0,-1 0 0,1 1 0,-1-1 0,1 0 0,-1 0 0,0 0 0,0 0 0,1-1 0,-1 1 0,0 0 0,0 0 0,0-1 0,0 1 0,0-1 0,1-2 0,-2 1 0,1 1 0,0-1 0,-1 1 0,0-1 0,0 1 0,0-1 0,0 1 0,0-1 0,0 1 0,-1-1 0,1 1 0,-2-5 0,0 2 0,0 0 0,0-1 0,0 1 0,-1 0 0,0 0 0,0 1 0,-1-1 0,1 0 0,-1 1 0,0 0 0,-7-6 0,9 9 14,0 0-1,0 0 0,1 0 0,-1 0 1,0 1-1,0-1 0,0 1 1,-2-1-1,3 1-40,1 0 1,0 0-1,-1 0 1,1 0-1,0 0 1,-1 0-1,1 0 1,0 0-1,0 0 1,-1 0-1,1 0 1,0 0-1,-1 0 1,1 0-1,0 0 1,-1 0-1,1 0 1,0 0-1,0 0 1,-1 1-1,1-1 1,0 0-1,-1 0 1,1 0-1,0 0 1,0 1-1,0-1 0,-1 0 1,1 0-1,0 1 1,0-1-1,0 0 1,-1 0-1,1 1 1,0-1-1,0 0 1,0 1-1,0-1 1,0 0-1,0 0 1,0 1-1,0-1 1,0 0-1,0 1 1,0-1-1,0 0 1,0 1-1,0-1 1,0 0-1,0 1 1,0-1-1,0 0 0,0 0 1,0 1-1,1-1 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4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24575,'3'0'0,"1"1"0,-1 0 0,0-1 0,0 1 0,0 0 0,0 1 0,0-1 0,0 0 0,0 1 0,5 3 0,-3-1 0,1 0 0,-1 1 0,0 0 0,6 6 0,-6-3 0,0-1 0,-1 1 0,0 0 0,0 0 0,-1 1 0,0-1 0,0 1 0,-1-1 0,0 1 0,1 16 0,0 9 0,-4 50 0,0-64 0,-2 207-1365,3-207-5461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47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 24575,'0'3'0,"0"3"0,0 8 0,-3 4 0,-5 2 0,0 0 0,-1 0 0,-4 0 0,-1-1 0,-5 3 0,-2 3 0,-6 0 0,-2 3 0,1-1 0,2-2 0,6-6-8191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48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24575,'0'12'0,"-3"12"0,-5 7 0,-3-1 0,1-1 0,1-3 0,2 0 0,3-2 0,1 2 0,2-1 0,-2-2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2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263 143 24575,'0'0'0,"0"0"0,-1 0 0,1 0 0,-1 1 0,1-1 0,0 0 0,-1 0 0,1 0 0,0 1 0,-1-1 0,1 0 0,0 1 0,-1-1 0,1 0 0,0 0 0,0 1 0,-1-1 0,1 0 0,0 1 0,0-1 0,0 1 0,-1-1 0,1 0 0,0 1 0,0-1 0,0 1 0,0-1 0,0 0 0,0 1 0,0-1 0,0 1 0,0-1 0,0 0 0,0 1 0,0-1 0,0 1 0,2 2 0,-1-14 0,-1 9 0,0 0 0,0-1 0,0 1 0,-1 0 0,0 0 0,1-1 0,-1 1 0,-1-2 0,3 5 0,1 0 0,-1 0 0,0 0 0,0-1 0,1 1 0,-1 0 0,1 0 0,-1-1 0,1 1 0,-1-1 0,1 1 0,-1-1 0,1 0 0,0 0 0,-1 0 0,1 0 0,-1 0 0,1 0 0,0 0 0,-1 0 0,1 0 0,-1-1 0,1 1 0,-1-1 0,1 1 0,-1-1 0,1 0 0,-1 1 0,0-1 0,1 0 0,-1 0 0,0 0 0,1 0 0,-1 0 0,0 0 0,0 0 0,0-1 0,0 1 0,0 0 0,0-1 0,-1 1 0,1 0 0,0-1 0,-1 1 0,2-3 0,-2 1 0,1 0 0,-1 0 0,0 1 0,1-1 0,-1 0 0,0 0 0,-1 0 0,1 0 0,0 0 0,-1 1 0,0-1 0,0 0 0,0 0 0,0 1 0,0-1 0,0 1 0,0-1 0,-1 1 0,0-1 0,1 1 0,-1 0 0,0 0 0,0 0 0,0 0 0,0 0 0,0 0 0,-3-1 0,1 1 0,1 0 0,0 0 0,-1 0 0,0 1 0,1 0 0,-1-1 0,0 1 0,1 1 0,-1-1 0,0 0 0,0 1 0,0 0 0,0 0 0,0 0 0,0 0 0,1 1 0,-1 0 0,0 0 0,-6 2 0,5-1 0,-1 1 0,0 0 0,1 0 0,-10 7 0,13-8 0,1-1 0,-1 0 0,0 1 0,1-1 0,-1 1 0,1 0 0,0-1 0,0 1 0,-1 0 0,1 0 0,0 0 0,0 0 0,1 0 0,-1 0 0,0 0 0,1 0 0,-1 3 0,1-4 0,0-1 0,-1 1 0,1-1 0,0 1 0,0-1 0,0 1 0,0-1 0,0 1 0,0-1 0,0 1 0,1-1 0,-1 1 0,0-1 0,0 1 0,0-1 0,0 0 0,1 1 0,-1-1 0,0 1 0,0-1 0,1 1 0,-1-1 0,0 0 0,1 1 0,-1-1 0,0 0 0,1 1 0,-1-1 0,1 0 0,-1 0 0,0 1 0,1-1 0,-1 0 0,1 0 0,-1 0 0,1 1 0,-1-1 0,1 0 0,-1 0 0,1 0 0,-1 0 0,1 0 0,-1 0 0,1 0 0,-1 0 0,1 0 0,1-1 0,-1 1 0,0-1 0,0 1 0,0-1 0,0 1 0,0-1 0,1 0 0,-1 1 0,0-1 0,0 0 0,0 0 0,-1 0 0,1 0 0,0 0 0,0 0 0,1-2 0,-1 1 0,0 0 0,-1 0 0,1 0 0,-1 0 0,1 0 0,-1-1 0,0 1 0,1-3 0,-2 6 0,1 2 0,-1-1 0,1 1 0,-1-1 0,1 0 0,0 1 0,0-1 0,0 1 0,0 2 0,1-1 0,0 0 0,1 0 0,-1 0 0,1 0 0,0 0 0,0 0 0,0-1 0,0 1 0,1-1 0,-1 0 0,1 1 0,0-1 0,0 0 0,0-1 0,1 1 0,-1 0 0,0-1 0,5 2 0,-5-2 0,0-1 0,0 0 0,0 0 0,0 0 0,0 0 0,0 0 0,0-1 0,0 1 0,1-1 0,-1 0 0,0 0 0,0 0 0,0-1 0,0 1 0,0-1 0,0 1 0,0-1 0,0 0 0,0 0 0,0-1 0,0 1 0,0-1 0,0 1 0,-1-1 0,4-2 0,-4 2 0,0 0 0,0 0 0,0 0 0,-1-1 0,1 1 0,0 0 0,-1-1 0,0 1 0,1-1 0,-1 1 0,0-1 0,-1 0 0,1 0 0,0 1 0,-1-1 0,1 0 0,-1 0 0,0 0 0,0 1 0,0-1 0,0 0 0,-1 0 0,1 0 0,-1 1 0,0-1 0,-1-5 0,1 8 0,1-1 0,0 0 0,-1 0 0,1 0 0,0 1 0,-1-1 0,1 0 0,-1 1 0,1-1 0,-1 0 0,1 1 0,-1-1 0,0 1 0,1-1 0,-1 1 0,-1-1 0,2 0 0,-1 1 0,1 0 0,-1 0 0,1 0 0,-1 0 0,1 0 0,-1 0 0,1 0 0,-1 0 0,1 0 0,-1 0 0,1 1 0,-1-1 0,1 0 0,-1 0 0,1 0 0,-1 1 0,1-1 0,-1 0 0,0 1 0,0 0 0,-1 1 0,0 0 0,1-1 0,-1 1 0,1 0 0,0 0 0,-1 0 0,1 0 0,0 0 0,-1 3 0,-1 3 0,1 0 0,0 0 0,0-1 0,1 1 0,0 0 0,0 0 0,1 1 0,0-1 0,0 0 0,3 10 0,-3-16 0,0-1 0,0 1 0,1-1 0,-1 0 0,1 1 0,-1-1 0,1 0 0,0 1 0,0-1 0,-1 0 0,1 0 0,0 0 0,0 1 0,0-1 0,0 0 0,0 0 0,0 0 0,1-1 0,-1 1 0,0 0 0,0 0 0,1-1 0,-1 1 0,0-1 0,1 1 0,-1-1 0,0 1 0,1-1 0,-1 0 0,1 0 0,-1 1 0,1-1 0,-1 0 0,1-1 0,-1 1 0,1 0 0,-1 0 0,0-1 0,1 1 0,-1 0 0,1-1 0,-1 1 0,0-1 0,1 0 0,-1 0 0,0 1 0,0-1 0,0 0 0,0 0 0,1 0 0,0-1 0,1-3 0,1-1 0,-1 1 0,0 0 0,-1-1 0,1 0 0,-1 1 0,0-1 0,-1 0 0,1 0 0,-1 0 0,0-1 0,0-9 0,-1 11 0,0-1 0,0 1 0,0 0 0,-1-1 0,0 1 0,0 0 0,0 0 0,-1 0 0,0 0 0,0 0 0,0 0 0,0 0 0,-1 1 0,0-1 0,-3-4 0,4 7 0,0-1 0,-1 1 0,1 0 0,-1 0 0,1 0 0,-1 0 0,0 0 0,1 1 0,-1-1 0,0 1 0,0 0 0,0-1 0,0 1 0,-1 1 0,1-1 0,0 0 0,0 1 0,0 0 0,-1 0 0,1 0 0,0 0 0,0 0 0,-1 0 0,1 1 0,0 0 0,-6 1 0,5 0 0,0 0 0,0 1 0,0-1 0,0 0 0,1 1 0,-1 0 0,1 0 0,0 0 0,0 0 0,0 1 0,0-1 0,0 1 0,1 0 0,-1 0 0,1 0 0,0 0 0,0 0 0,-2 8 0,1-2 0,1 0 0,1-1 0,-1 1 0,1 0 0,1 0 0,0 12 0,1-17 0,-1 0 0,1 0 0,0 0 0,0 0 0,1-1 0,-1 1 0,1 0 0,0-1 0,0 1 0,0-1 0,1 0 0,0 0 0,0 0 0,4 5 0,-6-8 0,1 1 0,-1-1 0,0 0 0,1 0 0,-1 0 0,1 0 0,-1 0 0,1-1 0,-1 1 0,1 0 0,-1-1 0,1 1 0,2 0 0,-3-1 0,0 0 0,0 0 0,0 0 0,0-1 0,0 1 0,0 0 0,0 0 0,0 0 0,0-1 0,0 1 0,0-1 0,0 1 0,0 0 0,0-1 0,-1 0 0,3 0 0,-1-1 0,-1 0 0,1-1 0,0 1 0,-1 0 0,1-1 0,-1 1 0,0 0 0,0-1 0,0 0 0,0 1 0,0-1 0,0 1 0,-1-1 0,1-5 0,-1 4 0,0-1 0,0 0 0,0 1 0,0-1 0,-1 0 0,0 1 0,0-1 0,0 1 0,-1-1 0,-3-7 0,4 10 0,0 1 0,0-1 0,0 1 0,1 0 0,-1 0 0,0-1 0,-1 1 0,1 0 0,0 0 0,0 0 0,0 0 0,-1 0 0,1 0 0,0 1 0,-1-1 0,1 0 0,-1 1 0,1-1 0,-1 1 0,1-1 0,-1 1 0,1 0 0,-1 0 0,0 0 0,1 0 0,-1 0 0,1 0 0,-1 0 0,0 0 0,1 0 0,-1 1 0,1-1 0,-1 1 0,1-1 0,-3 2 0,0 0 0,0 1 0,0-1 0,0 1 0,0 0 0,1 0 0,-1 0 0,1 0 0,0 1 0,-1-1 0,2 1 0,-1 0 0,0 0 0,1 0 0,-4 8 0,5-10 0,0 1 0,0-1 0,0 1 0,0-1 0,1 1 0,-1-1 0,1 1 0,0 0 0,-1-1 0,1 1 0,0-1 0,0 1 0,1 0 0,-1-1 0,1 1 0,-1-1 0,1 1 0,0-1 0,0 1 0,0-1 0,0 1 0,0-1 0,0 0 0,1 0 0,-1 1 0,1-1 0,2 2 0,-3-3 0,0 0 0,0 0 0,-1 0 0,1 0 0,0-1 0,0 1 0,0 0 0,0-1 0,0 1 0,0-1 0,0 1 0,0-1 0,0 0 0,0 1 0,0-1 0,0 0 0,1 0 0,-1 0 0,0 1 0,0-1 0,0 0 0,0-1 0,0 1 0,0 0 0,1 0 0,-1 0 0,0-1 0,0 1 0,0 0 0,0-1 0,0 1 0,0-1 0,0 0 0,0 1 0,0-1 0,0 0 0,-1 1 0,1-1 0,0 0 0,0 0 0,1-1 0,0-3 0,1 1 0,0-1 0,-1 1 0,0-1 0,0 0 0,0 0 0,1-9 0,1 0 0,-2 0 0,0 0 0,-1 0 0,0-22 0,-1 32 0,0 0 0,-1 1 0,1-1 0,-1 0 0,0 1 0,0-1 0,0 1 0,-1-1 0,1 1 0,-1 0 0,0-1 0,0 1 0,0 0 0,0 0 0,0 0 0,-1 0 0,0 1 0,1-1 0,-1 1 0,0-1 0,0 1 0,-4-2 0,5 3 0,0 0 0,0 0 0,0 0 0,-1 0 0,1 1 0,0-1 0,-1 1 0,1-1 0,0 1 0,-1 0 0,1 0 0,-1 0 0,1 0 0,0 1 0,-1-1 0,-2 1 0,2 0 0,-1 1 0,1-1 0,0 1 0,0 0 0,0 0 0,0 0 0,0 0 0,0 0 0,-5 6 0,4-3 0,-1 1 0,1-1 0,0 1 0,0 0 0,1 1 0,0-1 0,0 0 0,1 1 0,-1 0 0,-1 11 0,3-17 0,1 1 0,0-1 0,0 0 0,-1 1 0,1-1 0,0 1 0,0-1 0,0 0 0,1 1 0,-1-1 0,0 0 0,0 1 0,1-1 0,-1 0 0,1 1 0,-1-1 0,1 0 0,0 0 0,-1 1 0,1-1 0,0 0 0,0 0 0,0 0 0,0 0 0,0 0 0,0 0 0,0 0 0,0-1 0,0 1 0,0 0 0,0 0 0,1-1 0,-1 1 0,2 0 0,-2-1 0,1 0 0,-1 0 0,1 0 0,0 0 0,-1 0 0,1 0 0,0 0 0,-1-1 0,1 1 0,-1-1 0,1 1 0,-1-1 0,1 1 0,-1-1 0,1 0 0,-1 0 0,1 0 0,-1 0 0,0 0 0,1 0 0,-1 0 0,0 0 0,0 0 0,0-1 0,0 1 0,0 0 0,0-1 0,0-1 0,0 0 0,0 1 0,0 0 0,0-1 0,-1 1 0,1-1 0,-1 0 0,0 1 0,0-1 0,0 1 0,0-1 0,0 1 0,-1-1 0,1 1 0,-1-1 0,1 1 0,-1-1 0,0 1 0,0-1 0,0 1 0,0 0 0,-1-1 0,1 1 0,-1 0 0,1 0 0,-4-3 0,4 4 0,0-1 0,-1 1 0,1 0 0,0-1 0,-1 1 0,1 0 0,-1 0 0,0 0 0,1 0 0,-1 0 0,0 1 0,0-1 0,0 0 0,1 1 0,-1-1 0,0 1 0,0 0 0,0 0 0,0-1 0,0 1 0,0 1 0,0-1 0,0 0 0,1 0 0,-1 1 0,0-1 0,0 1 0,0-1 0,0 1 0,1 0 0,-1 0 0,0 0 0,1 0 0,-1 0 0,-2 2 0,-1 2 0,-1 1 0,1 0 0,0 0 0,0 1 0,1-1 0,0 1 0,0 0 0,-3 9 0,1-2 0,1 0 0,1 0 0,-5 24 0,9-36 0,-1 1 0,1-1 0,-1 1 0,1-1 0,0 1 0,0-1 0,0 1 0,1-1 0,-1 1 0,0-1 0,1 1 0,0-1 0,0 0 0,-1 1 0,1-1 0,1 0 0,-1 0 0,0 1 0,0-1 0,1 0 0,-1 0 0,1 0 0,0-1 0,0 1 0,0 0 0,-1-1 0,1 1 0,1-1 0,-1 1 0,0-1 0,0 0 0,0 0 0,5 1 0,23 5-1365,-3-6-5461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3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24575,'3'0'0,"3"0"0,11 0 0,5 0 0,1 0 0,1-3 0,-4-4 0,-9-1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4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24575,'3'3'0,"4"4"0,10 6 0,4 8 0,3 3 0,-1 0 0,0-1 0,4 5 0,1 1 0,-2 1 0,-4-2 0,-7-2 0,-3 0 0,-3-4-8191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24575,'3'9'0,"1"6"0,0 6 0,2 6 0,0-2-8191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5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5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24575,'3'3'0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2:57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72 311 24575,'-9'-1'0,"7"-3"0,11-8 0,-2 4 0,-4 4 0,0-1 0,0 0 0,0 0 0,-1 0 0,1 0 0,-1 0 0,-1 0 0,1-1 0,-1 1 0,0-1 0,0 1 0,0-1 0,-1 1 0,0-1 0,-1-6 0,1 9 0,0 0 0,-1 1 0,1-1 0,-1 0 0,0 0 0,0 0 0,0 1 0,0-1 0,-1 0 0,1 1 0,-1-1 0,1 1 0,-1 0 0,0 0 0,0-1 0,0 1 0,0 0 0,0 0 0,-1 1 0,1-1 0,0 0 0,-1 1 0,1 0 0,-1-1 0,0 1 0,1 0 0,-1 0 0,0 1 0,0-1 0,-4 0 0,6 1 0,0 0 0,-1-1 0,1 1 0,0 0 0,-1 0 0,1 0 0,0 1 0,-1-1 0,1 0 0,0 0 0,-1 1 0,1-1 0,0 1 0,0-1 0,-1 1 0,1-1 0,0 1 0,0 0 0,0 0 0,0 0 0,0-1 0,0 1 0,0 0 0,0 0 0,0 0 0,0 1 0,1-1 0,-1 0 0,0 0 0,1 0 0,-1 1 0,1-1 0,-1 0 0,1 0 0,-1 1 0,1-1 0,0 0 0,0 1 0,0-1 0,0 2 0,0 0 0,-1 0 0,2-1 0,-1 1 0,0 0 0,0-1 0,1 1 0,0 0 0,-1-1 0,1 1 0,0-1 0,0 1 0,0-1 0,1 0 0,-1 1 0,1-1 0,-1 0 0,1 0 0,0 0 0,3 3 0,-4-4 0,0 0 0,0 0 0,1 0 0,-1 0 0,0-1 0,1 1 0,-1 0 0,1-1 0,-1 1 0,1-1 0,-1 0 0,1 1 0,-1-1 0,1 0 0,-1 0 0,1 0 0,0 0 0,-1 0 0,1 0 0,-1-1 0,1 1 0,-1 0 0,1-1 0,-1 1 0,1-1 0,-1 0 0,0 1 0,1-1 0,-1 0 0,0 0 0,1 0 0,-1 0 0,0 0 0,0 0 0,0 0 0,0 0 0,0-1 0,0 1 0,0 0 0,0-2 0,3-4 0,0 1 0,-1-1 0,0 0 0,-1 1 0,0-1 0,0-1 0,2-9 0,-2 3 0,0 0 0,-1 0 0,0 0 0,-1 0 0,-3-24 0,2 37 0,1-1 0,0 0 0,-1 0 0,1 0 0,-1 1 0,0-1 0,0 0 0,1 1 0,-1-1 0,0 0 0,-1 1 0,1-1 0,0 1 0,0 0 0,0-1 0,-3-1 0,3 3 0,0-1 0,0 0 0,-1 1 0,1-1 0,0 1 0,-1 0 0,1-1 0,-1 1 0,1 0 0,0 0 0,-1 0 0,1 0 0,-1 0 0,1 0 0,-1 0 0,1 0 0,-2 1 0,0 0 0,0 0 0,0 0 0,0 1 0,0-1 0,0 1 0,0 0 0,0 0 0,1 0 0,-1 0 0,1 0 0,-1 0 0,1 1 0,0-1 0,0 1 0,0 0 0,0 0 0,-1 3 0,-1 2 0,1 0 0,1 0 0,-1 1 0,1-1 0,1 1 0,-1 15 0,1 0 0,4 30 0,-2-51 0,-1-1 0,1 0 0,-1 1 0,1-1 0,0 0 0,0 1 0,0-1 0,0 0 0,1 0 0,-1 0 0,0 0 0,1 0 0,0 0 0,-1 0 0,1-1 0,0 1 0,0-1 0,0 1 0,0-1 0,0 1 0,0-1 0,0 0 0,1 0 0,-1 0 0,0-1 0,1 1 0,-1 0 0,5 0 0,-2 0 0,0-1 0,0 1 0,0-1 0,0 0 0,0 0 0,0 0 0,0-1 0,0 0 0,0 0 0,0 0 0,-1-1 0,1 1 0,7-5 0,-10 5 0,1-1 0,-1 0 0,0 0 0,0 0 0,0 0 0,0 0 0,-1 0 0,1-1 0,0 1 0,-1 0 0,0-1 0,0 1 0,1-1 0,-2 0 0,1 1 0,1-6 0,-2 7 0,1-1 0,-1 1 0,0 0 0,0-1 0,0 1 0,0 0 0,0-1 0,0 1 0,0 0 0,0-1 0,-1 1 0,1 0 0,0-1 0,-1 1 0,1 0 0,-1 0 0,0-1 0,1 1 0,-1 0 0,0 0 0,0 0 0,0 0 0,1 0 0,-1 0 0,0 0 0,0 0 0,-1 0 0,1 1 0,0-1 0,0 0 0,0 1 0,0-1 0,-1 1 0,1-1 0,-2 0 0,0 1 0,0-1 0,0 1 0,0-1 0,0 1 0,0 0 0,0 0 0,0 1 0,0-1 0,0 0 0,0 1 0,0 0 0,0 0 0,1 0 0,-4 1 0,1 1 0,1-1 0,0 1 0,0 0 0,0 0 0,1 0 0,-1 0 0,1 1 0,-4 3 0,1 2 0,0 0 0,0 0 0,1 1 0,0-1 0,1 1 0,0 0 0,-3 14 0,6-20 0,0 1 0,0-1 0,1 1 0,-1-1 0,1 1 0,0-1 0,0 1 0,1-1 0,1 8 0,-2-10 0,1-1 0,-1 1 0,1-1 0,0 1 0,-1-1 0,1 1 0,0-1 0,0 1 0,0-1 0,0 1 0,0-1 0,0 0 0,1 0 0,-1 0 0,0 0 0,1 0 0,-1 0 0,1 0 0,-1 0 0,1 0 0,-1 0 0,1-1 0,0 1 0,-1-1 0,1 1 0,0-1 0,-1 0 0,3 0 0,0 1-227,0-2-1,0 1 1,-1 0-1,1-1 1,4-1-1,19-7-6598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5:03:0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3368 0 24575,'-11'1'0,"0"0"0,-1 1 0,1 0 0,0 1 0,-17 6 0,10-3 0,-22 5 0,17-5 0,1 1 0,0 1 0,1 1 0,-36 21 0,29-15 0,-80 51 0,78-45 0,-1-2 0,-52 24 0,72-37 0,-1-1 0,1 2 0,0 0 0,1 0 0,-13 11 0,22-17 0,-7 5 0,-1 0 0,0-1 0,0 0 0,0 0 0,-14 5 0,-52 11 0,50-15 0,1 1 0,-27 12 0,26-9 0,1-1 0,-1-1 0,-1-1 0,-47 7 0,-107-2 0,65-7 0,101-4 0,0 1 0,0 1 0,0 0 0,1 0 0,-1 2 0,1 0 0,-1 0 0,2 1 0,-24 15 0,31-18 0,-115 65 0,-12 5 0,84-44 0,-101 43 0,-125 4 0,164-49 0,0 9 0,53-16 0,-161 57 0,201-70 0,0 1 0,1 1 0,0 1 0,0 0 0,-24 20 0,-28 19 0,45-37 0,1-2 0,-2-1 0,1 0 0,-34 7 0,-15 5 0,-100 31 0,168-52 0,0 1 0,0 0 0,0 0 0,1 1 0,-1-1 0,1 1 0,-1 0 0,1 0 0,-1 0 0,-4 4 0,7-5 0,1-1 0,0 0 0,0 0 0,0 1 0,-1-1 0,1 0 0,0 1 0,0-1 0,0 0 0,0 1 0,0-1 0,0 0 0,-1 0 0,1 1 0,0-1 0,0 0 0,0 1 0,0-1 0,0 0 0,0 1 0,0-1 0,0 0 0,0 1 0,1-1 0,-1 0 0,0 1 0,0-1 0,0 0 0,0 1 0,0-1 0,1 0 0,-1 1 0,0-1 0,11 10 0,-9-9 0,9 6 0,1 0 0,1 0 0,-1-1 0,1-1 0,0 0 0,17 3 0,0 1 0,103 30 0,11 2 0,-109-29 0,0 2 0,33 18 0,24 25 0,-65-39 0,0-1 0,1-2 0,0 0 0,37 12 0,-51-24 0,0 0 0,0-1 0,1 0 0,-1-1 0,0-1 0,23-2 0,-29 2 0,-1 1 0,1 0 0,-1 0 0,1 0 0,-1 1 0,1 0 0,12 6 0,46 24 0,-64-30 0,1-1 0,-1 0 0,0 1 0,1-1 0,-1 1 0,0 0 0,0 0 0,0 0 0,0 0 0,2 4 0,-3-6 0,-1 1 0,0 0 0,1-1 0,-1 1 0,0 0 0,0 0 0,0-1 0,0 1 0,0 0 0,0 0 0,0-1 0,0 1 0,0 0 0,0 0 0,0-1 0,0 1 0,-1 1 0,0 0 0,1-1 0,-1 1 0,0-1 0,0 1 0,0-1 0,-1 1 0,1-1 0,0 0 0,-3 3 0,-8 5 0,-1 0 0,0-1 0,0-1 0,-1 0 0,-15 6 0,-78 23 0,84-29 0,-76 26 0,-48 13 0,126-41 0,0-1 0,0-1 0,0-1 0,-1-1 0,1-1 0,-37-5 0,37 3 0,-1 1 0,-23 2 0,38 0 0,-1-1 0,1 2 0,0-1 0,0 1 0,0 0 0,0 0 0,0 1 0,1-1 0,-12 8 0,17-9 0,1-1 0,-1 0 0,1 1 0,-1-1 0,1 0 0,-1 1 0,1-1 0,-1 1 0,1-1 0,-1 1 0,1-1 0,0 1 0,0-1 0,-1 1 0,1-1 0,0 1 0,0 0 0,-1-1 0,1 1 0,0-1 0,0 1 0,0 0 0,0-1 0,0 1 0,0 1 0,0-1 0,1 0 0,-1 0 0,1 0 0,-1 0 0,1 0 0,-1 0 0,1 0 0,0 0 0,-1 0 0,1-1 0,0 1 0,2 1 0,2 2 0,0 0 0,1-1 0,9 5 0,180 85 0,-185-88 0,-1 0 0,12 9 0,-12-8 0,0 0 0,15 7 0,7-1 0,46 11 0,22 8 0,-86-25-455,-1 0 0,17 12 0,-7-4-6371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471E-D497-B420-9A30-0301A929E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82507-A6AD-9176-344E-C2CA3C365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54C71-D98F-2E1D-E9FA-CD8C18F8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2F0F4-FC89-06E1-49BD-78B21DFB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6264D-3997-16E5-A57B-DD8303A1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0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55BB-420E-6DE1-5FB9-C71078F8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45149-AF94-2829-C0D7-A612DB5AF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AA3FF-D055-EFED-D355-B34224FF7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10C1-B2EE-B405-1316-F466CCCB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36CF0-E29A-F2EC-D479-B1BAECBD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2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4CA1-02C4-6435-FD2E-742C2E2F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1969-1D0D-38C6-CC9E-94D96014B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F0AB4-4DFD-0E68-4A9D-48E39AD8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BC3B2-D290-0923-5086-FF2426D4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66B25-FC19-DD0D-ABC0-35FD7F52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6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61B1-60D7-10F1-8FE7-C75B41E2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3D2A-8BD7-3FC6-B2DB-E5484E15C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C3D45-141A-4025-1C0A-AE4D1CDC0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C3BC0-96E5-8B38-168C-09F4CA74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3432A-F62C-782C-E154-70DDB6DC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0895D-81BC-A4B4-1F66-8F53B2B8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9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15B8-E0AE-792E-4D5C-E06B66FD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A3722-E304-F40D-8FB9-BA1CF105B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89D73-84D2-F93F-9D31-06AA497BF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15AA3-4C7D-EE16-E7B3-017119A0E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D5C60-71CD-88B3-EBE4-A86D2676A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988F0-209A-0D3E-A5EB-93084F3F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C4D769-94DF-1C92-5CBF-50EC15F6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E2287-AF2F-FBFF-ED7D-7387F763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6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CF62-49DC-8FD0-DE96-73C73914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7A834-FEC6-FAB7-5650-10A07BC6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DBA8E-4BCD-18EA-CCB8-F8F20E01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A435A-D303-D494-734F-01503299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5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BEA82-2514-EEDA-918D-1B5CF31E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B2E26-998C-6604-0E58-F3518719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6A969-274C-6A9C-8785-6C445777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4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5B6A-2A5A-14AB-6932-CA8C255E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C98D-B9C0-65EA-03C3-ACFD276B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2ED18-500A-5516-AC14-AD1565F6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97D1C-00B8-2DC3-BFC4-EA02DE9B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BE35F-95C8-BC9E-FC78-4911363D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293D8-0AE5-7158-8CF2-BF30EDEF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1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AD8B-FF54-1F1B-E9AA-300ADDDE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C51EC7-1526-427E-6463-AB95E218F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B1C29-AC51-8A88-3761-EC2E997BD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2AD95-B791-9741-C5E6-750E26D9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36D0E-98A4-F45D-B0C6-34F95B35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BA8B0-9D10-FFE1-9CC8-94FF419D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6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6732-51B1-2A78-447D-40FA0D83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86E2F-0049-A84A-FAFB-3E5CDCEE2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54B0F-1D3E-5BBA-E68B-CA25F7A7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55BE8-D2DF-B663-C952-44F3C037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5C518-EEAC-9B22-3743-F66F1EB7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0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96E9E-46C6-F4C0-A44E-F73E8700B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FDC29-F531-346C-A7E9-800FE0E83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7328-6E98-1771-E257-95E8F657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2C5EC-F13F-066D-6CF2-C07BF959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877DF-C6B9-FEFD-3C0D-303599C9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9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CB266-13A1-C0AD-E255-543982C1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A6A28-D564-2F65-8DA7-9607DBAD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225B-5C2D-E0B7-6BB6-85C8D226E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B520C-72FB-4550-B89F-453DC850124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1441-1C75-E077-839D-1DAF1BC1B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5236-B436-AA56-7F9E-5F3132EA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6827F-2C8A-421C-A39E-BD1C6A63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2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customXml" Target="../ink/ink22.xml"/><Relationship Id="rId21" Type="http://schemas.openxmlformats.org/officeDocument/2006/relationships/image" Target="../media/image10.png"/><Relationship Id="rId34" Type="http://schemas.openxmlformats.org/officeDocument/2006/relationships/customXml" Target="../ink/ink19.xml"/><Relationship Id="rId42" Type="http://schemas.openxmlformats.org/officeDocument/2006/relationships/image" Target="../media/image19.png"/><Relationship Id="rId47" Type="http://schemas.openxmlformats.org/officeDocument/2006/relationships/customXml" Target="../ink/ink26.xml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8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customXml" Target="../ink/ink21.xml"/><Relationship Id="rId40" Type="http://schemas.openxmlformats.org/officeDocument/2006/relationships/image" Target="../media/image18.png"/><Relationship Id="rId45" Type="http://schemas.openxmlformats.org/officeDocument/2006/relationships/customXml" Target="../ink/ink25.xml"/><Relationship Id="rId5" Type="http://schemas.openxmlformats.org/officeDocument/2006/relationships/image" Target="../media/image5.jpg"/><Relationship Id="rId15" Type="http://schemas.openxmlformats.org/officeDocument/2006/relationships/customXml" Target="../ink/ink7.xml"/><Relationship Id="rId23" Type="http://schemas.openxmlformats.org/officeDocument/2006/relationships/image" Target="../media/image11.png"/><Relationship Id="rId28" Type="http://schemas.openxmlformats.org/officeDocument/2006/relationships/customXml" Target="../ink/ink15.xml"/><Relationship Id="rId36" Type="http://schemas.openxmlformats.org/officeDocument/2006/relationships/image" Target="../media/image16.png"/><Relationship Id="rId10" Type="http://schemas.openxmlformats.org/officeDocument/2006/relationships/customXml" Target="../ink/ink3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2.xml"/><Relationship Id="rId27" Type="http://schemas.openxmlformats.org/officeDocument/2006/relationships/image" Target="../media/image13.png"/><Relationship Id="rId30" Type="http://schemas.openxmlformats.org/officeDocument/2006/relationships/customXml" Target="../ink/ink16.xml"/><Relationship Id="rId35" Type="http://schemas.openxmlformats.org/officeDocument/2006/relationships/customXml" Target="../ink/ink20.xml"/><Relationship Id="rId43" Type="http://schemas.openxmlformats.org/officeDocument/2006/relationships/customXml" Target="../ink/ink24.xml"/><Relationship Id="rId48" Type="http://schemas.openxmlformats.org/officeDocument/2006/relationships/image" Target="../media/image22.png"/><Relationship Id="rId8" Type="http://schemas.openxmlformats.org/officeDocument/2006/relationships/customXml" Target="../ink/ink2.xml"/><Relationship Id="rId3" Type="http://schemas.openxmlformats.org/officeDocument/2006/relationships/image" Target="../media/image3.png"/><Relationship Id="rId12" Type="http://schemas.openxmlformats.org/officeDocument/2006/relationships/customXml" Target="../ink/ink4.xml"/><Relationship Id="rId17" Type="http://schemas.openxmlformats.org/officeDocument/2006/relationships/customXml" Target="../ink/ink9.xml"/><Relationship Id="rId25" Type="http://schemas.openxmlformats.org/officeDocument/2006/relationships/image" Target="../media/image12.png"/><Relationship Id="rId33" Type="http://schemas.openxmlformats.org/officeDocument/2006/relationships/customXml" Target="../ink/ink18.xml"/><Relationship Id="rId38" Type="http://schemas.openxmlformats.org/officeDocument/2006/relationships/image" Target="../media/image17.png"/><Relationship Id="rId46" Type="http://schemas.openxmlformats.org/officeDocument/2006/relationships/image" Target="../media/image21.png"/><Relationship Id="rId20" Type="http://schemas.openxmlformats.org/officeDocument/2006/relationships/customXml" Target="../ink/ink11.xml"/><Relationship Id="rId41" Type="http://schemas.openxmlformats.org/officeDocument/2006/relationships/customXml" Target="../ink/ink2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.png"/><Relationship Id="rId21" Type="http://schemas.openxmlformats.org/officeDocument/2006/relationships/image" Target="../media/image32.png"/><Relationship Id="rId42" Type="http://schemas.openxmlformats.org/officeDocument/2006/relationships/customXml" Target="../ink/ink47.xml"/><Relationship Id="rId63" Type="http://schemas.openxmlformats.org/officeDocument/2006/relationships/image" Target="../media/image53.png"/><Relationship Id="rId84" Type="http://schemas.openxmlformats.org/officeDocument/2006/relationships/customXml" Target="../ink/ink68.xml"/><Relationship Id="rId138" Type="http://schemas.openxmlformats.org/officeDocument/2006/relationships/customXml" Target="../ink/ink95.xml"/><Relationship Id="rId159" Type="http://schemas.openxmlformats.org/officeDocument/2006/relationships/image" Target="../media/image100.png"/><Relationship Id="rId170" Type="http://schemas.openxmlformats.org/officeDocument/2006/relationships/customXml" Target="../ink/ink111.xml"/><Relationship Id="rId191" Type="http://schemas.openxmlformats.org/officeDocument/2006/relationships/image" Target="../media/image116.png"/><Relationship Id="rId205" Type="http://schemas.openxmlformats.org/officeDocument/2006/relationships/image" Target="../media/image123.png"/><Relationship Id="rId226" Type="http://schemas.openxmlformats.org/officeDocument/2006/relationships/customXml" Target="../ink/ink139.xml"/><Relationship Id="rId247" Type="http://schemas.openxmlformats.org/officeDocument/2006/relationships/image" Target="../media/image144.png"/><Relationship Id="rId107" Type="http://schemas.openxmlformats.org/officeDocument/2006/relationships/image" Target="../media/image74.png"/><Relationship Id="rId11" Type="http://schemas.openxmlformats.org/officeDocument/2006/relationships/image" Target="../media/image27.png"/><Relationship Id="rId32" Type="http://schemas.openxmlformats.org/officeDocument/2006/relationships/customXml" Target="../ink/ink42.xml"/><Relationship Id="rId53" Type="http://schemas.openxmlformats.org/officeDocument/2006/relationships/image" Target="../media/image48.png"/><Relationship Id="rId74" Type="http://schemas.openxmlformats.org/officeDocument/2006/relationships/customXml" Target="../ink/ink63.xml"/><Relationship Id="rId128" Type="http://schemas.openxmlformats.org/officeDocument/2006/relationships/customXml" Target="../ink/ink90.xml"/><Relationship Id="rId149" Type="http://schemas.openxmlformats.org/officeDocument/2006/relationships/image" Target="../media/image95.png"/><Relationship Id="rId5" Type="http://schemas.openxmlformats.org/officeDocument/2006/relationships/image" Target="../media/image24.png"/><Relationship Id="rId95" Type="http://schemas.openxmlformats.org/officeDocument/2006/relationships/image" Target="../media/image68.png"/><Relationship Id="rId160" Type="http://schemas.openxmlformats.org/officeDocument/2006/relationships/customXml" Target="../ink/ink106.xml"/><Relationship Id="rId181" Type="http://schemas.openxmlformats.org/officeDocument/2006/relationships/image" Target="../media/image111.png"/><Relationship Id="rId216" Type="http://schemas.openxmlformats.org/officeDocument/2006/relationships/customXml" Target="../ink/ink134.xml"/><Relationship Id="rId237" Type="http://schemas.openxmlformats.org/officeDocument/2006/relationships/image" Target="../media/image139.png"/><Relationship Id="rId22" Type="http://schemas.openxmlformats.org/officeDocument/2006/relationships/customXml" Target="../ink/ink37.xml"/><Relationship Id="rId43" Type="http://schemas.openxmlformats.org/officeDocument/2006/relationships/image" Target="../media/image43.png"/><Relationship Id="rId64" Type="http://schemas.openxmlformats.org/officeDocument/2006/relationships/customXml" Target="../ink/ink58.xml"/><Relationship Id="rId118" Type="http://schemas.openxmlformats.org/officeDocument/2006/relationships/customXml" Target="../ink/ink85.xml"/><Relationship Id="rId139" Type="http://schemas.openxmlformats.org/officeDocument/2006/relationships/image" Target="../media/image90.png"/><Relationship Id="rId85" Type="http://schemas.openxmlformats.org/officeDocument/2006/relationships/image" Target="../media/image63.png"/><Relationship Id="rId150" Type="http://schemas.openxmlformats.org/officeDocument/2006/relationships/customXml" Target="../ink/ink101.xml"/><Relationship Id="rId171" Type="http://schemas.openxmlformats.org/officeDocument/2006/relationships/image" Target="../media/image106.png"/><Relationship Id="rId192" Type="http://schemas.openxmlformats.org/officeDocument/2006/relationships/customXml" Target="../ink/ink122.xml"/><Relationship Id="rId206" Type="http://schemas.openxmlformats.org/officeDocument/2006/relationships/customXml" Target="../ink/ink129.xml"/><Relationship Id="rId227" Type="http://schemas.openxmlformats.org/officeDocument/2006/relationships/image" Target="../media/image134.png"/><Relationship Id="rId248" Type="http://schemas.openxmlformats.org/officeDocument/2006/relationships/customXml" Target="../ink/ink150.xml"/><Relationship Id="rId12" Type="http://schemas.openxmlformats.org/officeDocument/2006/relationships/customXml" Target="../ink/ink32.xml"/><Relationship Id="rId33" Type="http://schemas.openxmlformats.org/officeDocument/2006/relationships/image" Target="../media/image38.png"/><Relationship Id="rId108" Type="http://schemas.openxmlformats.org/officeDocument/2006/relationships/customXml" Target="../ink/ink80.xml"/><Relationship Id="rId129" Type="http://schemas.openxmlformats.org/officeDocument/2006/relationships/image" Target="../media/image85.png"/><Relationship Id="rId54" Type="http://schemas.openxmlformats.org/officeDocument/2006/relationships/customXml" Target="../ink/ink53.xml"/><Relationship Id="rId75" Type="http://schemas.openxmlformats.org/officeDocument/2006/relationships/image" Target="../media/image59.png"/><Relationship Id="rId96" Type="http://schemas.openxmlformats.org/officeDocument/2006/relationships/customXml" Target="../ink/ink74.xml"/><Relationship Id="rId140" Type="http://schemas.openxmlformats.org/officeDocument/2006/relationships/customXml" Target="../ink/ink96.xml"/><Relationship Id="rId161" Type="http://schemas.openxmlformats.org/officeDocument/2006/relationships/image" Target="../media/image101.png"/><Relationship Id="rId182" Type="http://schemas.openxmlformats.org/officeDocument/2006/relationships/customXml" Target="../ink/ink117.xml"/><Relationship Id="rId217" Type="http://schemas.openxmlformats.org/officeDocument/2006/relationships/image" Target="../media/image129.png"/><Relationship Id="rId6" Type="http://schemas.openxmlformats.org/officeDocument/2006/relationships/customXml" Target="../ink/ink29.xml"/><Relationship Id="rId238" Type="http://schemas.openxmlformats.org/officeDocument/2006/relationships/customXml" Target="../ink/ink145.xml"/><Relationship Id="rId23" Type="http://schemas.openxmlformats.org/officeDocument/2006/relationships/image" Target="../media/image33.png"/><Relationship Id="rId119" Type="http://schemas.openxmlformats.org/officeDocument/2006/relationships/image" Target="../media/image80.png"/><Relationship Id="rId44" Type="http://schemas.openxmlformats.org/officeDocument/2006/relationships/customXml" Target="../ink/ink48.xml"/><Relationship Id="rId65" Type="http://schemas.openxmlformats.org/officeDocument/2006/relationships/image" Target="../media/image54.png"/><Relationship Id="rId86" Type="http://schemas.openxmlformats.org/officeDocument/2006/relationships/customXml" Target="../ink/ink69.xml"/><Relationship Id="rId130" Type="http://schemas.openxmlformats.org/officeDocument/2006/relationships/customXml" Target="../ink/ink91.xml"/><Relationship Id="rId151" Type="http://schemas.openxmlformats.org/officeDocument/2006/relationships/image" Target="../media/image96.png"/><Relationship Id="rId172" Type="http://schemas.openxmlformats.org/officeDocument/2006/relationships/customXml" Target="../ink/ink112.xml"/><Relationship Id="rId193" Type="http://schemas.openxmlformats.org/officeDocument/2006/relationships/image" Target="../media/image117.png"/><Relationship Id="rId207" Type="http://schemas.openxmlformats.org/officeDocument/2006/relationships/image" Target="../media/image124.png"/><Relationship Id="rId228" Type="http://schemas.openxmlformats.org/officeDocument/2006/relationships/customXml" Target="../ink/ink140.xml"/><Relationship Id="rId249" Type="http://schemas.openxmlformats.org/officeDocument/2006/relationships/image" Target="../media/image145.png"/><Relationship Id="rId13" Type="http://schemas.openxmlformats.org/officeDocument/2006/relationships/image" Target="../media/image28.png"/><Relationship Id="rId109" Type="http://schemas.openxmlformats.org/officeDocument/2006/relationships/image" Target="../media/image75.png"/><Relationship Id="rId34" Type="http://schemas.openxmlformats.org/officeDocument/2006/relationships/customXml" Target="../ink/ink43.xml"/><Relationship Id="rId55" Type="http://schemas.openxmlformats.org/officeDocument/2006/relationships/image" Target="../media/image49.png"/><Relationship Id="rId76" Type="http://schemas.openxmlformats.org/officeDocument/2006/relationships/customXml" Target="../ink/ink64.xml"/><Relationship Id="rId97" Type="http://schemas.openxmlformats.org/officeDocument/2006/relationships/image" Target="../media/image69.png"/><Relationship Id="rId120" Type="http://schemas.openxmlformats.org/officeDocument/2006/relationships/customXml" Target="../ink/ink86.xml"/><Relationship Id="rId141" Type="http://schemas.openxmlformats.org/officeDocument/2006/relationships/image" Target="../media/image91.png"/><Relationship Id="rId7" Type="http://schemas.openxmlformats.org/officeDocument/2006/relationships/image" Target="../media/image25.png"/><Relationship Id="rId162" Type="http://schemas.openxmlformats.org/officeDocument/2006/relationships/customXml" Target="../ink/ink107.xml"/><Relationship Id="rId183" Type="http://schemas.openxmlformats.org/officeDocument/2006/relationships/image" Target="../media/image112.png"/><Relationship Id="rId218" Type="http://schemas.openxmlformats.org/officeDocument/2006/relationships/customXml" Target="../ink/ink135.xml"/><Relationship Id="rId239" Type="http://schemas.openxmlformats.org/officeDocument/2006/relationships/image" Target="../media/image140.png"/><Relationship Id="rId250" Type="http://schemas.openxmlformats.org/officeDocument/2006/relationships/customXml" Target="../ink/ink151.xml"/><Relationship Id="rId24" Type="http://schemas.openxmlformats.org/officeDocument/2006/relationships/customXml" Target="../ink/ink38.xml"/><Relationship Id="rId45" Type="http://schemas.openxmlformats.org/officeDocument/2006/relationships/image" Target="../media/image44.png"/><Relationship Id="rId66" Type="http://schemas.openxmlformats.org/officeDocument/2006/relationships/customXml" Target="../ink/ink59.xml"/><Relationship Id="rId87" Type="http://schemas.openxmlformats.org/officeDocument/2006/relationships/image" Target="../media/image64.png"/><Relationship Id="rId110" Type="http://schemas.openxmlformats.org/officeDocument/2006/relationships/customXml" Target="../ink/ink81.xml"/><Relationship Id="rId131" Type="http://schemas.openxmlformats.org/officeDocument/2006/relationships/image" Target="../media/image86.png"/><Relationship Id="rId152" Type="http://schemas.openxmlformats.org/officeDocument/2006/relationships/customXml" Target="../ink/ink102.xml"/><Relationship Id="rId173" Type="http://schemas.openxmlformats.org/officeDocument/2006/relationships/image" Target="../media/image107.png"/><Relationship Id="rId194" Type="http://schemas.openxmlformats.org/officeDocument/2006/relationships/customXml" Target="../ink/ink123.xml"/><Relationship Id="rId208" Type="http://schemas.openxmlformats.org/officeDocument/2006/relationships/customXml" Target="../ink/ink130.xml"/><Relationship Id="rId229" Type="http://schemas.openxmlformats.org/officeDocument/2006/relationships/image" Target="../media/image135.png"/><Relationship Id="rId240" Type="http://schemas.openxmlformats.org/officeDocument/2006/relationships/customXml" Target="../ink/ink146.xml"/><Relationship Id="rId14" Type="http://schemas.openxmlformats.org/officeDocument/2006/relationships/customXml" Target="../ink/ink33.xml"/><Relationship Id="rId35" Type="http://schemas.openxmlformats.org/officeDocument/2006/relationships/image" Target="../media/image39.png"/><Relationship Id="rId56" Type="http://schemas.openxmlformats.org/officeDocument/2006/relationships/customXml" Target="../ink/ink54.xml"/><Relationship Id="rId77" Type="http://schemas.openxmlformats.org/officeDocument/2006/relationships/image" Target="../media/image60.png"/><Relationship Id="rId100" Type="http://schemas.openxmlformats.org/officeDocument/2006/relationships/customXml" Target="../ink/ink76.xml"/><Relationship Id="rId8" Type="http://schemas.openxmlformats.org/officeDocument/2006/relationships/customXml" Target="../ink/ink30.xml"/><Relationship Id="rId98" Type="http://schemas.openxmlformats.org/officeDocument/2006/relationships/customXml" Target="../ink/ink75.xml"/><Relationship Id="rId121" Type="http://schemas.openxmlformats.org/officeDocument/2006/relationships/image" Target="../media/image81.png"/><Relationship Id="rId142" Type="http://schemas.openxmlformats.org/officeDocument/2006/relationships/customXml" Target="../ink/ink97.xml"/><Relationship Id="rId163" Type="http://schemas.openxmlformats.org/officeDocument/2006/relationships/image" Target="../media/image102.png"/><Relationship Id="rId184" Type="http://schemas.openxmlformats.org/officeDocument/2006/relationships/customXml" Target="../ink/ink118.xml"/><Relationship Id="rId219" Type="http://schemas.openxmlformats.org/officeDocument/2006/relationships/image" Target="../media/image130.png"/><Relationship Id="rId230" Type="http://schemas.openxmlformats.org/officeDocument/2006/relationships/customXml" Target="../ink/ink141.xml"/><Relationship Id="rId251" Type="http://schemas.openxmlformats.org/officeDocument/2006/relationships/image" Target="../media/image146.png"/><Relationship Id="rId25" Type="http://schemas.openxmlformats.org/officeDocument/2006/relationships/image" Target="../media/image34.png"/><Relationship Id="rId46" Type="http://schemas.openxmlformats.org/officeDocument/2006/relationships/customXml" Target="../ink/ink49.xml"/><Relationship Id="rId67" Type="http://schemas.openxmlformats.org/officeDocument/2006/relationships/image" Target="../media/image55.png"/><Relationship Id="rId88" Type="http://schemas.openxmlformats.org/officeDocument/2006/relationships/customXml" Target="../ink/ink70.xml"/><Relationship Id="rId111" Type="http://schemas.openxmlformats.org/officeDocument/2006/relationships/image" Target="../media/image76.png"/><Relationship Id="rId132" Type="http://schemas.openxmlformats.org/officeDocument/2006/relationships/customXml" Target="../ink/ink92.xml"/><Relationship Id="rId153" Type="http://schemas.openxmlformats.org/officeDocument/2006/relationships/image" Target="../media/image97.png"/><Relationship Id="rId174" Type="http://schemas.openxmlformats.org/officeDocument/2006/relationships/customXml" Target="../ink/ink113.xml"/><Relationship Id="rId195" Type="http://schemas.openxmlformats.org/officeDocument/2006/relationships/image" Target="../media/image118.png"/><Relationship Id="rId209" Type="http://schemas.openxmlformats.org/officeDocument/2006/relationships/image" Target="../media/image125.png"/><Relationship Id="rId220" Type="http://schemas.openxmlformats.org/officeDocument/2006/relationships/customXml" Target="../ink/ink136.xml"/><Relationship Id="rId241" Type="http://schemas.openxmlformats.org/officeDocument/2006/relationships/image" Target="../media/image141.png"/><Relationship Id="rId15" Type="http://schemas.openxmlformats.org/officeDocument/2006/relationships/image" Target="../media/image29.png"/><Relationship Id="rId36" Type="http://schemas.openxmlformats.org/officeDocument/2006/relationships/customXml" Target="../ink/ink44.xml"/><Relationship Id="rId57" Type="http://schemas.openxmlformats.org/officeDocument/2006/relationships/image" Target="../media/image50.png"/><Relationship Id="rId78" Type="http://schemas.openxmlformats.org/officeDocument/2006/relationships/customXml" Target="../ink/ink65.xml"/><Relationship Id="rId99" Type="http://schemas.openxmlformats.org/officeDocument/2006/relationships/image" Target="../media/image70.png"/><Relationship Id="rId101" Type="http://schemas.openxmlformats.org/officeDocument/2006/relationships/image" Target="../media/image71.png"/><Relationship Id="rId122" Type="http://schemas.openxmlformats.org/officeDocument/2006/relationships/customXml" Target="../ink/ink87.xml"/><Relationship Id="rId143" Type="http://schemas.openxmlformats.org/officeDocument/2006/relationships/image" Target="../media/image92.png"/><Relationship Id="rId164" Type="http://schemas.openxmlformats.org/officeDocument/2006/relationships/customXml" Target="../ink/ink108.xml"/><Relationship Id="rId185" Type="http://schemas.openxmlformats.org/officeDocument/2006/relationships/image" Target="../media/image113.png"/><Relationship Id="rId9" Type="http://schemas.openxmlformats.org/officeDocument/2006/relationships/image" Target="../media/image26.png"/><Relationship Id="rId210" Type="http://schemas.openxmlformats.org/officeDocument/2006/relationships/customXml" Target="../ink/ink131.xml"/><Relationship Id="rId26" Type="http://schemas.openxmlformats.org/officeDocument/2006/relationships/customXml" Target="../ink/ink39.xml"/><Relationship Id="rId231" Type="http://schemas.openxmlformats.org/officeDocument/2006/relationships/image" Target="../media/image136.png"/><Relationship Id="rId252" Type="http://schemas.openxmlformats.org/officeDocument/2006/relationships/customXml" Target="../ink/ink152.xml"/><Relationship Id="rId47" Type="http://schemas.openxmlformats.org/officeDocument/2006/relationships/image" Target="../media/image45.png"/><Relationship Id="rId68" Type="http://schemas.openxmlformats.org/officeDocument/2006/relationships/customXml" Target="../ink/ink60.xml"/><Relationship Id="rId89" Type="http://schemas.openxmlformats.org/officeDocument/2006/relationships/image" Target="../media/image65.png"/><Relationship Id="rId112" Type="http://schemas.openxmlformats.org/officeDocument/2006/relationships/customXml" Target="../ink/ink82.xml"/><Relationship Id="rId133" Type="http://schemas.openxmlformats.org/officeDocument/2006/relationships/image" Target="../media/image87.png"/><Relationship Id="rId154" Type="http://schemas.openxmlformats.org/officeDocument/2006/relationships/customXml" Target="../ink/ink103.xml"/><Relationship Id="rId175" Type="http://schemas.openxmlformats.org/officeDocument/2006/relationships/image" Target="../media/image108.png"/><Relationship Id="rId196" Type="http://schemas.openxmlformats.org/officeDocument/2006/relationships/customXml" Target="../ink/ink124.xml"/><Relationship Id="rId200" Type="http://schemas.openxmlformats.org/officeDocument/2006/relationships/customXml" Target="../ink/ink126.xml"/><Relationship Id="rId16" Type="http://schemas.openxmlformats.org/officeDocument/2006/relationships/customXml" Target="../ink/ink34.xml"/><Relationship Id="rId221" Type="http://schemas.openxmlformats.org/officeDocument/2006/relationships/image" Target="../media/image131.png"/><Relationship Id="rId242" Type="http://schemas.openxmlformats.org/officeDocument/2006/relationships/customXml" Target="../ink/ink147.xml"/><Relationship Id="rId37" Type="http://schemas.openxmlformats.org/officeDocument/2006/relationships/image" Target="../media/image40.png"/><Relationship Id="rId58" Type="http://schemas.openxmlformats.org/officeDocument/2006/relationships/customXml" Target="../ink/ink55.xml"/><Relationship Id="rId79" Type="http://schemas.openxmlformats.org/officeDocument/2006/relationships/image" Target="../media/image61.png"/><Relationship Id="rId102" Type="http://schemas.openxmlformats.org/officeDocument/2006/relationships/customXml" Target="../ink/ink77.xml"/><Relationship Id="rId123" Type="http://schemas.openxmlformats.org/officeDocument/2006/relationships/image" Target="../media/image82.png"/><Relationship Id="rId144" Type="http://schemas.openxmlformats.org/officeDocument/2006/relationships/customXml" Target="../ink/ink98.xml"/><Relationship Id="rId90" Type="http://schemas.openxmlformats.org/officeDocument/2006/relationships/customXml" Target="../ink/ink71.xml"/><Relationship Id="rId165" Type="http://schemas.openxmlformats.org/officeDocument/2006/relationships/image" Target="../media/image103.png"/><Relationship Id="rId186" Type="http://schemas.openxmlformats.org/officeDocument/2006/relationships/customXml" Target="../ink/ink119.xml"/><Relationship Id="rId211" Type="http://schemas.openxmlformats.org/officeDocument/2006/relationships/image" Target="../media/image126.png"/><Relationship Id="rId232" Type="http://schemas.openxmlformats.org/officeDocument/2006/relationships/customXml" Target="../ink/ink142.xml"/><Relationship Id="rId253" Type="http://schemas.openxmlformats.org/officeDocument/2006/relationships/image" Target="../media/image147.png"/><Relationship Id="rId27" Type="http://schemas.openxmlformats.org/officeDocument/2006/relationships/image" Target="../media/image35.png"/><Relationship Id="rId48" Type="http://schemas.openxmlformats.org/officeDocument/2006/relationships/customXml" Target="../ink/ink50.xml"/><Relationship Id="rId69" Type="http://schemas.openxmlformats.org/officeDocument/2006/relationships/image" Target="../media/image56.png"/><Relationship Id="rId113" Type="http://schemas.openxmlformats.org/officeDocument/2006/relationships/image" Target="../media/image77.png"/><Relationship Id="rId134" Type="http://schemas.openxmlformats.org/officeDocument/2006/relationships/customXml" Target="../ink/ink93.xml"/><Relationship Id="rId80" Type="http://schemas.openxmlformats.org/officeDocument/2006/relationships/customXml" Target="../ink/ink66.xml"/><Relationship Id="rId155" Type="http://schemas.openxmlformats.org/officeDocument/2006/relationships/image" Target="../media/image98.png"/><Relationship Id="rId176" Type="http://schemas.openxmlformats.org/officeDocument/2006/relationships/customXml" Target="../ink/ink114.xml"/><Relationship Id="rId197" Type="http://schemas.openxmlformats.org/officeDocument/2006/relationships/image" Target="../media/image119.png"/><Relationship Id="rId201" Type="http://schemas.openxmlformats.org/officeDocument/2006/relationships/image" Target="../media/image121.png"/><Relationship Id="rId222" Type="http://schemas.openxmlformats.org/officeDocument/2006/relationships/customXml" Target="../ink/ink137.xml"/><Relationship Id="rId243" Type="http://schemas.openxmlformats.org/officeDocument/2006/relationships/image" Target="../media/image142.png"/><Relationship Id="rId17" Type="http://schemas.openxmlformats.org/officeDocument/2006/relationships/image" Target="../media/image30.png"/><Relationship Id="rId38" Type="http://schemas.openxmlformats.org/officeDocument/2006/relationships/customXml" Target="../ink/ink45.xml"/><Relationship Id="rId59" Type="http://schemas.openxmlformats.org/officeDocument/2006/relationships/image" Target="../media/image51.png"/><Relationship Id="rId103" Type="http://schemas.openxmlformats.org/officeDocument/2006/relationships/image" Target="../media/image72.png"/><Relationship Id="rId124" Type="http://schemas.openxmlformats.org/officeDocument/2006/relationships/customXml" Target="../ink/ink88.xml"/><Relationship Id="rId70" Type="http://schemas.openxmlformats.org/officeDocument/2006/relationships/customXml" Target="../ink/ink61.xml"/><Relationship Id="rId91" Type="http://schemas.openxmlformats.org/officeDocument/2006/relationships/image" Target="../media/image66.png"/><Relationship Id="rId145" Type="http://schemas.openxmlformats.org/officeDocument/2006/relationships/image" Target="../media/image93.png"/><Relationship Id="rId166" Type="http://schemas.openxmlformats.org/officeDocument/2006/relationships/customXml" Target="../ink/ink109.xml"/><Relationship Id="rId187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2.xml"/><Relationship Id="rId233" Type="http://schemas.openxmlformats.org/officeDocument/2006/relationships/image" Target="../media/image137.png"/><Relationship Id="rId254" Type="http://schemas.openxmlformats.org/officeDocument/2006/relationships/customXml" Target="../ink/ink153.xml"/><Relationship Id="rId28" Type="http://schemas.openxmlformats.org/officeDocument/2006/relationships/customXml" Target="../ink/ink40.xml"/><Relationship Id="rId49" Type="http://schemas.openxmlformats.org/officeDocument/2006/relationships/image" Target="../media/image46.png"/><Relationship Id="rId114" Type="http://schemas.openxmlformats.org/officeDocument/2006/relationships/customXml" Target="../ink/ink83.xml"/><Relationship Id="rId60" Type="http://schemas.openxmlformats.org/officeDocument/2006/relationships/customXml" Target="../ink/ink56.xml"/><Relationship Id="rId81" Type="http://schemas.openxmlformats.org/officeDocument/2006/relationships/image" Target="../media/image8.png"/><Relationship Id="rId135" Type="http://schemas.openxmlformats.org/officeDocument/2006/relationships/image" Target="../media/image88.png"/><Relationship Id="rId156" Type="http://schemas.openxmlformats.org/officeDocument/2006/relationships/customXml" Target="../ink/ink104.xml"/><Relationship Id="rId177" Type="http://schemas.openxmlformats.org/officeDocument/2006/relationships/image" Target="../media/image109.png"/><Relationship Id="rId198" Type="http://schemas.openxmlformats.org/officeDocument/2006/relationships/customXml" Target="../ink/ink125.xml"/><Relationship Id="rId202" Type="http://schemas.openxmlformats.org/officeDocument/2006/relationships/customXml" Target="../ink/ink127.xml"/><Relationship Id="rId223" Type="http://schemas.openxmlformats.org/officeDocument/2006/relationships/image" Target="../media/image132.png"/><Relationship Id="rId244" Type="http://schemas.openxmlformats.org/officeDocument/2006/relationships/customXml" Target="../ink/ink148.xml"/><Relationship Id="rId18" Type="http://schemas.openxmlformats.org/officeDocument/2006/relationships/customXml" Target="../ink/ink35.xml"/><Relationship Id="rId39" Type="http://schemas.openxmlformats.org/officeDocument/2006/relationships/image" Target="../media/image41.png"/><Relationship Id="rId50" Type="http://schemas.openxmlformats.org/officeDocument/2006/relationships/customXml" Target="../ink/ink51.xml"/><Relationship Id="rId104" Type="http://schemas.openxmlformats.org/officeDocument/2006/relationships/customXml" Target="../ink/ink78.xml"/><Relationship Id="rId125" Type="http://schemas.openxmlformats.org/officeDocument/2006/relationships/image" Target="../media/image83.png"/><Relationship Id="rId146" Type="http://schemas.openxmlformats.org/officeDocument/2006/relationships/customXml" Target="../ink/ink99.xml"/><Relationship Id="rId167" Type="http://schemas.openxmlformats.org/officeDocument/2006/relationships/image" Target="../media/image104.png"/><Relationship Id="rId188" Type="http://schemas.openxmlformats.org/officeDocument/2006/relationships/customXml" Target="../ink/ink120.xml"/><Relationship Id="rId71" Type="http://schemas.openxmlformats.org/officeDocument/2006/relationships/image" Target="../media/image57.png"/><Relationship Id="rId92" Type="http://schemas.openxmlformats.org/officeDocument/2006/relationships/customXml" Target="../ink/ink72.xml"/><Relationship Id="rId213" Type="http://schemas.openxmlformats.org/officeDocument/2006/relationships/image" Target="../media/image127.png"/><Relationship Id="rId234" Type="http://schemas.openxmlformats.org/officeDocument/2006/relationships/customXml" Target="../ink/ink143.xml"/><Relationship Id="rId2" Type="http://schemas.openxmlformats.org/officeDocument/2006/relationships/customXml" Target="../ink/ink27.xml"/><Relationship Id="rId29" Type="http://schemas.openxmlformats.org/officeDocument/2006/relationships/image" Target="../media/image36.png"/><Relationship Id="rId255" Type="http://schemas.openxmlformats.org/officeDocument/2006/relationships/image" Target="../media/image148.png"/><Relationship Id="rId40" Type="http://schemas.openxmlformats.org/officeDocument/2006/relationships/customXml" Target="../ink/ink46.xml"/><Relationship Id="rId115" Type="http://schemas.openxmlformats.org/officeDocument/2006/relationships/image" Target="../media/image78.png"/><Relationship Id="rId136" Type="http://schemas.openxmlformats.org/officeDocument/2006/relationships/customXml" Target="../ink/ink94.xml"/><Relationship Id="rId157" Type="http://schemas.openxmlformats.org/officeDocument/2006/relationships/image" Target="../media/image99.png"/><Relationship Id="rId178" Type="http://schemas.openxmlformats.org/officeDocument/2006/relationships/customXml" Target="../ink/ink115.xml"/><Relationship Id="rId61" Type="http://schemas.openxmlformats.org/officeDocument/2006/relationships/image" Target="../media/image52.png"/><Relationship Id="rId82" Type="http://schemas.openxmlformats.org/officeDocument/2006/relationships/customXml" Target="../ink/ink67.xml"/><Relationship Id="rId199" Type="http://schemas.openxmlformats.org/officeDocument/2006/relationships/image" Target="../media/image120.png"/><Relationship Id="rId203" Type="http://schemas.openxmlformats.org/officeDocument/2006/relationships/image" Target="../media/image122.png"/><Relationship Id="rId19" Type="http://schemas.openxmlformats.org/officeDocument/2006/relationships/image" Target="../media/image31.png"/><Relationship Id="rId224" Type="http://schemas.openxmlformats.org/officeDocument/2006/relationships/customXml" Target="../ink/ink138.xml"/><Relationship Id="rId245" Type="http://schemas.openxmlformats.org/officeDocument/2006/relationships/image" Target="../media/image143.png"/><Relationship Id="rId30" Type="http://schemas.openxmlformats.org/officeDocument/2006/relationships/customXml" Target="../ink/ink41.xml"/><Relationship Id="rId105" Type="http://schemas.openxmlformats.org/officeDocument/2006/relationships/image" Target="../media/image73.png"/><Relationship Id="rId126" Type="http://schemas.openxmlformats.org/officeDocument/2006/relationships/customXml" Target="../ink/ink89.xml"/><Relationship Id="rId147" Type="http://schemas.openxmlformats.org/officeDocument/2006/relationships/image" Target="../media/image94.png"/><Relationship Id="rId168" Type="http://schemas.openxmlformats.org/officeDocument/2006/relationships/customXml" Target="../ink/ink110.xml"/><Relationship Id="rId51" Type="http://schemas.openxmlformats.org/officeDocument/2006/relationships/image" Target="../media/image47.png"/><Relationship Id="rId72" Type="http://schemas.openxmlformats.org/officeDocument/2006/relationships/customXml" Target="../ink/ink62.xml"/><Relationship Id="rId93" Type="http://schemas.openxmlformats.org/officeDocument/2006/relationships/image" Target="../media/image67.png"/><Relationship Id="rId189" Type="http://schemas.openxmlformats.org/officeDocument/2006/relationships/image" Target="../media/image115.png"/><Relationship Id="rId3" Type="http://schemas.openxmlformats.org/officeDocument/2006/relationships/image" Target="../media/image23.png"/><Relationship Id="rId214" Type="http://schemas.openxmlformats.org/officeDocument/2006/relationships/customXml" Target="../ink/ink133.xml"/><Relationship Id="rId235" Type="http://schemas.openxmlformats.org/officeDocument/2006/relationships/image" Target="../media/image138.png"/><Relationship Id="rId116" Type="http://schemas.openxmlformats.org/officeDocument/2006/relationships/customXml" Target="../ink/ink84.xml"/><Relationship Id="rId137" Type="http://schemas.openxmlformats.org/officeDocument/2006/relationships/image" Target="../media/image89.png"/><Relationship Id="rId158" Type="http://schemas.openxmlformats.org/officeDocument/2006/relationships/customXml" Target="../ink/ink105.xml"/><Relationship Id="rId20" Type="http://schemas.openxmlformats.org/officeDocument/2006/relationships/customXml" Target="../ink/ink36.xml"/><Relationship Id="rId41" Type="http://schemas.openxmlformats.org/officeDocument/2006/relationships/image" Target="../media/image42.png"/><Relationship Id="rId62" Type="http://schemas.openxmlformats.org/officeDocument/2006/relationships/customXml" Target="../ink/ink57.xml"/><Relationship Id="rId83" Type="http://schemas.openxmlformats.org/officeDocument/2006/relationships/image" Target="../media/image62.png"/><Relationship Id="rId179" Type="http://schemas.openxmlformats.org/officeDocument/2006/relationships/image" Target="../media/image110.png"/><Relationship Id="rId190" Type="http://schemas.openxmlformats.org/officeDocument/2006/relationships/customXml" Target="../ink/ink121.xml"/><Relationship Id="rId204" Type="http://schemas.openxmlformats.org/officeDocument/2006/relationships/customXml" Target="../ink/ink128.xml"/><Relationship Id="rId225" Type="http://schemas.openxmlformats.org/officeDocument/2006/relationships/image" Target="../media/image133.png"/><Relationship Id="rId246" Type="http://schemas.openxmlformats.org/officeDocument/2006/relationships/customXml" Target="../ink/ink149.xml"/><Relationship Id="rId106" Type="http://schemas.openxmlformats.org/officeDocument/2006/relationships/customXml" Target="../ink/ink79.xml"/><Relationship Id="rId127" Type="http://schemas.openxmlformats.org/officeDocument/2006/relationships/image" Target="../media/image84.png"/><Relationship Id="rId10" Type="http://schemas.openxmlformats.org/officeDocument/2006/relationships/customXml" Target="../ink/ink31.xml"/><Relationship Id="rId31" Type="http://schemas.openxmlformats.org/officeDocument/2006/relationships/image" Target="../media/image37.png"/><Relationship Id="rId52" Type="http://schemas.openxmlformats.org/officeDocument/2006/relationships/customXml" Target="../ink/ink52.xml"/><Relationship Id="rId73" Type="http://schemas.openxmlformats.org/officeDocument/2006/relationships/image" Target="../media/image58.png"/><Relationship Id="rId94" Type="http://schemas.openxmlformats.org/officeDocument/2006/relationships/customXml" Target="../ink/ink73.xml"/><Relationship Id="rId148" Type="http://schemas.openxmlformats.org/officeDocument/2006/relationships/customXml" Target="../ink/ink100.xml"/><Relationship Id="rId169" Type="http://schemas.openxmlformats.org/officeDocument/2006/relationships/image" Target="../media/image105.png"/><Relationship Id="rId4" Type="http://schemas.openxmlformats.org/officeDocument/2006/relationships/customXml" Target="../ink/ink28.xml"/><Relationship Id="rId180" Type="http://schemas.openxmlformats.org/officeDocument/2006/relationships/customXml" Target="../ink/ink116.xml"/><Relationship Id="rId215" Type="http://schemas.openxmlformats.org/officeDocument/2006/relationships/image" Target="../media/image128.png"/><Relationship Id="rId236" Type="http://schemas.openxmlformats.org/officeDocument/2006/relationships/customXml" Target="../ink/ink1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5.png"/><Relationship Id="rId21" Type="http://schemas.openxmlformats.org/officeDocument/2006/relationships/image" Target="../media/image158.png"/><Relationship Id="rId42" Type="http://schemas.openxmlformats.org/officeDocument/2006/relationships/customXml" Target="../ink/ink173.xml"/><Relationship Id="rId63" Type="http://schemas.openxmlformats.org/officeDocument/2006/relationships/image" Target="../media/image179.png"/><Relationship Id="rId84" Type="http://schemas.openxmlformats.org/officeDocument/2006/relationships/customXml" Target="../ink/ink194.xml"/><Relationship Id="rId138" Type="http://schemas.openxmlformats.org/officeDocument/2006/relationships/customXml" Target="../ink/ink221.xml"/><Relationship Id="rId16" Type="http://schemas.openxmlformats.org/officeDocument/2006/relationships/customXml" Target="../ink/ink160.xml"/><Relationship Id="rId107" Type="http://schemas.openxmlformats.org/officeDocument/2006/relationships/image" Target="../media/image201.png"/><Relationship Id="rId11" Type="http://schemas.openxmlformats.org/officeDocument/2006/relationships/image" Target="../media/image154.png"/><Relationship Id="rId32" Type="http://schemas.openxmlformats.org/officeDocument/2006/relationships/customXml" Target="../ink/ink168.xml"/><Relationship Id="rId37" Type="http://schemas.openxmlformats.org/officeDocument/2006/relationships/image" Target="../media/image166.png"/><Relationship Id="rId53" Type="http://schemas.openxmlformats.org/officeDocument/2006/relationships/image" Target="../media/image174.png"/><Relationship Id="rId58" Type="http://schemas.openxmlformats.org/officeDocument/2006/relationships/customXml" Target="../ink/ink181.xml"/><Relationship Id="rId74" Type="http://schemas.openxmlformats.org/officeDocument/2006/relationships/customXml" Target="../ink/ink189.xml"/><Relationship Id="rId79" Type="http://schemas.openxmlformats.org/officeDocument/2006/relationships/image" Target="../media/image187.png"/><Relationship Id="rId102" Type="http://schemas.openxmlformats.org/officeDocument/2006/relationships/customXml" Target="../ink/ink203.xml"/><Relationship Id="rId123" Type="http://schemas.openxmlformats.org/officeDocument/2006/relationships/image" Target="../media/image208.png"/><Relationship Id="rId128" Type="http://schemas.openxmlformats.org/officeDocument/2006/relationships/customXml" Target="../ink/ink216.xml"/><Relationship Id="rId5" Type="http://schemas.openxmlformats.org/officeDocument/2006/relationships/image" Target="../media/image151.png"/><Relationship Id="rId90" Type="http://schemas.openxmlformats.org/officeDocument/2006/relationships/customXml" Target="../ink/ink197.xml"/><Relationship Id="rId95" Type="http://schemas.openxmlformats.org/officeDocument/2006/relationships/image" Target="../media/image195.png"/><Relationship Id="rId22" Type="http://schemas.openxmlformats.org/officeDocument/2006/relationships/customXml" Target="../ink/ink163.xml"/><Relationship Id="rId27" Type="http://schemas.openxmlformats.org/officeDocument/2006/relationships/image" Target="../media/image161.png"/><Relationship Id="rId43" Type="http://schemas.openxmlformats.org/officeDocument/2006/relationships/image" Target="../media/image169.png"/><Relationship Id="rId48" Type="http://schemas.openxmlformats.org/officeDocument/2006/relationships/customXml" Target="../ink/ink176.xml"/><Relationship Id="rId64" Type="http://schemas.openxmlformats.org/officeDocument/2006/relationships/customXml" Target="../ink/ink184.xml"/><Relationship Id="rId69" Type="http://schemas.openxmlformats.org/officeDocument/2006/relationships/image" Target="../media/image182.png"/><Relationship Id="rId113" Type="http://schemas.openxmlformats.org/officeDocument/2006/relationships/image" Target="../media/image8.png"/><Relationship Id="rId118" Type="http://schemas.openxmlformats.org/officeDocument/2006/relationships/customXml" Target="../ink/ink211.xml"/><Relationship Id="rId134" Type="http://schemas.openxmlformats.org/officeDocument/2006/relationships/customXml" Target="../ink/ink219.xml"/><Relationship Id="rId139" Type="http://schemas.openxmlformats.org/officeDocument/2006/relationships/image" Target="../media/image216.png"/><Relationship Id="rId80" Type="http://schemas.openxmlformats.org/officeDocument/2006/relationships/customXml" Target="../ink/ink192.xml"/><Relationship Id="rId85" Type="http://schemas.openxmlformats.org/officeDocument/2006/relationships/image" Target="../media/image190.png"/><Relationship Id="rId12" Type="http://schemas.openxmlformats.org/officeDocument/2006/relationships/customXml" Target="../ink/ink158.xml"/><Relationship Id="rId17" Type="http://schemas.openxmlformats.org/officeDocument/2006/relationships/image" Target="../media/image59.png"/><Relationship Id="rId33" Type="http://schemas.openxmlformats.org/officeDocument/2006/relationships/image" Target="../media/image164.png"/><Relationship Id="rId38" Type="http://schemas.openxmlformats.org/officeDocument/2006/relationships/customXml" Target="../ink/ink171.xml"/><Relationship Id="rId59" Type="http://schemas.openxmlformats.org/officeDocument/2006/relationships/image" Target="../media/image177.png"/><Relationship Id="rId103" Type="http://schemas.openxmlformats.org/officeDocument/2006/relationships/image" Target="../media/image199.png"/><Relationship Id="rId108" Type="http://schemas.openxmlformats.org/officeDocument/2006/relationships/customXml" Target="../ink/ink206.xml"/><Relationship Id="rId124" Type="http://schemas.openxmlformats.org/officeDocument/2006/relationships/customXml" Target="../ink/ink214.xml"/><Relationship Id="rId129" Type="http://schemas.openxmlformats.org/officeDocument/2006/relationships/image" Target="../media/image211.png"/><Relationship Id="rId54" Type="http://schemas.openxmlformats.org/officeDocument/2006/relationships/customXml" Target="../ink/ink179.xml"/><Relationship Id="rId70" Type="http://schemas.openxmlformats.org/officeDocument/2006/relationships/customXml" Target="../ink/ink187.xml"/><Relationship Id="rId75" Type="http://schemas.openxmlformats.org/officeDocument/2006/relationships/image" Target="../media/image185.png"/><Relationship Id="rId91" Type="http://schemas.openxmlformats.org/officeDocument/2006/relationships/image" Target="../media/image193.png"/><Relationship Id="rId96" Type="http://schemas.openxmlformats.org/officeDocument/2006/relationships/customXml" Target="../ink/ink20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5.xml"/><Relationship Id="rId23" Type="http://schemas.openxmlformats.org/officeDocument/2006/relationships/image" Target="../media/image159.png"/><Relationship Id="rId28" Type="http://schemas.openxmlformats.org/officeDocument/2006/relationships/customXml" Target="../ink/ink166.xml"/><Relationship Id="rId49" Type="http://schemas.openxmlformats.org/officeDocument/2006/relationships/image" Target="../media/image172.png"/><Relationship Id="rId114" Type="http://schemas.openxmlformats.org/officeDocument/2006/relationships/customXml" Target="../ink/ink209.xml"/><Relationship Id="rId119" Type="http://schemas.openxmlformats.org/officeDocument/2006/relationships/image" Target="../media/image206.png"/><Relationship Id="rId44" Type="http://schemas.openxmlformats.org/officeDocument/2006/relationships/customXml" Target="../ink/ink174.xml"/><Relationship Id="rId60" Type="http://schemas.openxmlformats.org/officeDocument/2006/relationships/customXml" Target="../ink/ink182.xml"/><Relationship Id="rId65" Type="http://schemas.openxmlformats.org/officeDocument/2006/relationships/image" Target="../media/image180.png"/><Relationship Id="rId81" Type="http://schemas.openxmlformats.org/officeDocument/2006/relationships/image" Target="../media/image188.png"/><Relationship Id="rId86" Type="http://schemas.openxmlformats.org/officeDocument/2006/relationships/customXml" Target="../ink/ink195.xml"/><Relationship Id="rId130" Type="http://schemas.openxmlformats.org/officeDocument/2006/relationships/customXml" Target="../ink/ink217.xml"/><Relationship Id="rId135" Type="http://schemas.openxmlformats.org/officeDocument/2006/relationships/image" Target="../media/image214.png"/><Relationship Id="rId13" Type="http://schemas.openxmlformats.org/officeDocument/2006/relationships/image" Target="../media/image155.png"/><Relationship Id="rId18" Type="http://schemas.openxmlformats.org/officeDocument/2006/relationships/customXml" Target="../ink/ink161.xml"/><Relationship Id="rId39" Type="http://schemas.openxmlformats.org/officeDocument/2006/relationships/image" Target="../media/image167.png"/><Relationship Id="rId109" Type="http://schemas.openxmlformats.org/officeDocument/2006/relationships/image" Target="../media/image202.png"/><Relationship Id="rId34" Type="http://schemas.openxmlformats.org/officeDocument/2006/relationships/customXml" Target="../ink/ink169.xml"/><Relationship Id="rId50" Type="http://schemas.openxmlformats.org/officeDocument/2006/relationships/customXml" Target="../ink/ink177.xml"/><Relationship Id="rId55" Type="http://schemas.openxmlformats.org/officeDocument/2006/relationships/image" Target="../media/image175.png"/><Relationship Id="rId76" Type="http://schemas.openxmlformats.org/officeDocument/2006/relationships/customXml" Target="../ink/ink190.xml"/><Relationship Id="rId97" Type="http://schemas.openxmlformats.org/officeDocument/2006/relationships/image" Target="../media/image196.png"/><Relationship Id="rId104" Type="http://schemas.openxmlformats.org/officeDocument/2006/relationships/customXml" Target="../ink/ink204.xml"/><Relationship Id="rId120" Type="http://schemas.openxmlformats.org/officeDocument/2006/relationships/customXml" Target="../ink/ink212.xml"/><Relationship Id="rId125" Type="http://schemas.openxmlformats.org/officeDocument/2006/relationships/image" Target="../media/image209.png"/><Relationship Id="rId7" Type="http://schemas.openxmlformats.org/officeDocument/2006/relationships/image" Target="../media/image152.png"/><Relationship Id="rId71" Type="http://schemas.openxmlformats.org/officeDocument/2006/relationships/image" Target="../media/image183.png"/><Relationship Id="rId92" Type="http://schemas.openxmlformats.org/officeDocument/2006/relationships/customXml" Target="../ink/ink198.xml"/><Relationship Id="rId2" Type="http://schemas.openxmlformats.org/officeDocument/2006/relationships/image" Target="../media/image149.png"/><Relationship Id="rId29" Type="http://schemas.openxmlformats.org/officeDocument/2006/relationships/image" Target="../media/image162.png"/><Relationship Id="rId24" Type="http://schemas.openxmlformats.org/officeDocument/2006/relationships/customXml" Target="../ink/ink164.xml"/><Relationship Id="rId40" Type="http://schemas.openxmlformats.org/officeDocument/2006/relationships/customXml" Target="../ink/ink172.xml"/><Relationship Id="rId45" Type="http://schemas.openxmlformats.org/officeDocument/2006/relationships/image" Target="../media/image170.png"/><Relationship Id="rId66" Type="http://schemas.openxmlformats.org/officeDocument/2006/relationships/customXml" Target="../ink/ink185.xml"/><Relationship Id="rId87" Type="http://schemas.openxmlformats.org/officeDocument/2006/relationships/image" Target="../media/image191.png"/><Relationship Id="rId110" Type="http://schemas.openxmlformats.org/officeDocument/2006/relationships/customXml" Target="../ink/ink207.xml"/><Relationship Id="rId115" Type="http://schemas.openxmlformats.org/officeDocument/2006/relationships/image" Target="../media/image204.png"/><Relationship Id="rId131" Type="http://schemas.openxmlformats.org/officeDocument/2006/relationships/image" Target="../media/image212.png"/><Relationship Id="rId136" Type="http://schemas.openxmlformats.org/officeDocument/2006/relationships/customXml" Target="../ink/ink220.xml"/><Relationship Id="rId61" Type="http://schemas.openxmlformats.org/officeDocument/2006/relationships/image" Target="../media/image178.png"/><Relationship Id="rId82" Type="http://schemas.openxmlformats.org/officeDocument/2006/relationships/customXml" Target="../ink/ink193.xml"/><Relationship Id="rId19" Type="http://schemas.openxmlformats.org/officeDocument/2006/relationships/image" Target="../media/image157.png"/><Relationship Id="rId14" Type="http://schemas.openxmlformats.org/officeDocument/2006/relationships/customXml" Target="../ink/ink159.xml"/><Relationship Id="rId30" Type="http://schemas.openxmlformats.org/officeDocument/2006/relationships/customXml" Target="../ink/ink167.xml"/><Relationship Id="rId35" Type="http://schemas.openxmlformats.org/officeDocument/2006/relationships/image" Target="../media/image165.png"/><Relationship Id="rId56" Type="http://schemas.openxmlformats.org/officeDocument/2006/relationships/customXml" Target="../ink/ink180.xml"/><Relationship Id="rId77" Type="http://schemas.openxmlformats.org/officeDocument/2006/relationships/image" Target="../media/image186.png"/><Relationship Id="rId100" Type="http://schemas.openxmlformats.org/officeDocument/2006/relationships/customXml" Target="../ink/ink202.xml"/><Relationship Id="rId105" Type="http://schemas.openxmlformats.org/officeDocument/2006/relationships/image" Target="../media/image200.png"/><Relationship Id="rId126" Type="http://schemas.openxmlformats.org/officeDocument/2006/relationships/customXml" Target="../ink/ink215.xml"/><Relationship Id="rId8" Type="http://schemas.openxmlformats.org/officeDocument/2006/relationships/customXml" Target="../ink/ink156.xml"/><Relationship Id="rId51" Type="http://schemas.openxmlformats.org/officeDocument/2006/relationships/image" Target="../media/image173.png"/><Relationship Id="rId72" Type="http://schemas.openxmlformats.org/officeDocument/2006/relationships/customXml" Target="../ink/ink188.xml"/><Relationship Id="rId93" Type="http://schemas.openxmlformats.org/officeDocument/2006/relationships/image" Target="../media/image194.png"/><Relationship Id="rId98" Type="http://schemas.openxmlformats.org/officeDocument/2006/relationships/customXml" Target="../ink/ink201.xml"/><Relationship Id="rId121" Type="http://schemas.openxmlformats.org/officeDocument/2006/relationships/image" Target="../media/image207.png"/><Relationship Id="rId3" Type="http://schemas.openxmlformats.org/officeDocument/2006/relationships/image" Target="../media/image150.png"/><Relationship Id="rId25" Type="http://schemas.openxmlformats.org/officeDocument/2006/relationships/image" Target="../media/image160.png"/><Relationship Id="rId46" Type="http://schemas.openxmlformats.org/officeDocument/2006/relationships/customXml" Target="../ink/ink175.xml"/><Relationship Id="rId67" Type="http://schemas.openxmlformats.org/officeDocument/2006/relationships/image" Target="../media/image181.png"/><Relationship Id="rId116" Type="http://schemas.openxmlformats.org/officeDocument/2006/relationships/customXml" Target="../ink/ink210.xml"/><Relationship Id="rId137" Type="http://schemas.openxmlformats.org/officeDocument/2006/relationships/image" Target="../media/image215.png"/><Relationship Id="rId20" Type="http://schemas.openxmlformats.org/officeDocument/2006/relationships/customXml" Target="../ink/ink162.xml"/><Relationship Id="rId41" Type="http://schemas.openxmlformats.org/officeDocument/2006/relationships/image" Target="../media/image168.png"/><Relationship Id="rId62" Type="http://schemas.openxmlformats.org/officeDocument/2006/relationships/customXml" Target="../ink/ink183.xml"/><Relationship Id="rId83" Type="http://schemas.openxmlformats.org/officeDocument/2006/relationships/image" Target="../media/image189.png"/><Relationship Id="rId88" Type="http://schemas.openxmlformats.org/officeDocument/2006/relationships/customXml" Target="../ink/ink196.xml"/><Relationship Id="rId111" Type="http://schemas.openxmlformats.org/officeDocument/2006/relationships/image" Target="../media/image203.png"/><Relationship Id="rId132" Type="http://schemas.openxmlformats.org/officeDocument/2006/relationships/customXml" Target="../ink/ink218.xml"/><Relationship Id="rId15" Type="http://schemas.openxmlformats.org/officeDocument/2006/relationships/image" Target="../media/image156.png"/><Relationship Id="rId36" Type="http://schemas.openxmlformats.org/officeDocument/2006/relationships/customXml" Target="../ink/ink170.xml"/><Relationship Id="rId57" Type="http://schemas.openxmlformats.org/officeDocument/2006/relationships/image" Target="../media/image176.png"/><Relationship Id="rId106" Type="http://schemas.openxmlformats.org/officeDocument/2006/relationships/customXml" Target="../ink/ink205.xml"/><Relationship Id="rId127" Type="http://schemas.openxmlformats.org/officeDocument/2006/relationships/image" Target="../media/image210.png"/><Relationship Id="rId10" Type="http://schemas.openxmlformats.org/officeDocument/2006/relationships/customXml" Target="../ink/ink157.xml"/><Relationship Id="rId31" Type="http://schemas.openxmlformats.org/officeDocument/2006/relationships/image" Target="../media/image163.png"/><Relationship Id="rId52" Type="http://schemas.openxmlformats.org/officeDocument/2006/relationships/customXml" Target="../ink/ink178.xml"/><Relationship Id="rId73" Type="http://schemas.openxmlformats.org/officeDocument/2006/relationships/image" Target="../media/image184.png"/><Relationship Id="rId78" Type="http://schemas.openxmlformats.org/officeDocument/2006/relationships/customXml" Target="../ink/ink191.xml"/><Relationship Id="rId94" Type="http://schemas.openxmlformats.org/officeDocument/2006/relationships/customXml" Target="../ink/ink199.xml"/><Relationship Id="rId99" Type="http://schemas.openxmlformats.org/officeDocument/2006/relationships/image" Target="../media/image197.png"/><Relationship Id="rId101" Type="http://schemas.openxmlformats.org/officeDocument/2006/relationships/image" Target="../media/image198.png"/><Relationship Id="rId122" Type="http://schemas.openxmlformats.org/officeDocument/2006/relationships/customXml" Target="../ink/ink213.xml"/><Relationship Id="rId4" Type="http://schemas.openxmlformats.org/officeDocument/2006/relationships/customXml" Target="../ink/ink154.xml"/><Relationship Id="rId9" Type="http://schemas.openxmlformats.org/officeDocument/2006/relationships/image" Target="../media/image153.png"/><Relationship Id="rId26" Type="http://schemas.openxmlformats.org/officeDocument/2006/relationships/customXml" Target="../ink/ink165.xml"/><Relationship Id="rId47" Type="http://schemas.openxmlformats.org/officeDocument/2006/relationships/image" Target="../media/image171.png"/><Relationship Id="rId68" Type="http://schemas.openxmlformats.org/officeDocument/2006/relationships/customXml" Target="../ink/ink186.xml"/><Relationship Id="rId89" Type="http://schemas.openxmlformats.org/officeDocument/2006/relationships/image" Target="../media/image192.png"/><Relationship Id="rId112" Type="http://schemas.openxmlformats.org/officeDocument/2006/relationships/customXml" Target="../ink/ink208.xml"/><Relationship Id="rId133" Type="http://schemas.openxmlformats.org/officeDocument/2006/relationships/image" Target="../media/image2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5.xml"/><Relationship Id="rId13" Type="http://schemas.openxmlformats.org/officeDocument/2006/relationships/image" Target="../media/image222.png"/><Relationship Id="rId18" Type="http://schemas.openxmlformats.org/officeDocument/2006/relationships/customXml" Target="../ink/ink230.xml"/><Relationship Id="rId3" Type="http://schemas.openxmlformats.org/officeDocument/2006/relationships/image" Target="../media/image217.png"/><Relationship Id="rId21" Type="http://schemas.openxmlformats.org/officeDocument/2006/relationships/image" Target="../media/image226.png"/><Relationship Id="rId7" Type="http://schemas.openxmlformats.org/officeDocument/2006/relationships/image" Target="../media/image219.png"/><Relationship Id="rId12" Type="http://schemas.openxmlformats.org/officeDocument/2006/relationships/customXml" Target="../ink/ink227.xml"/><Relationship Id="rId17" Type="http://schemas.openxmlformats.org/officeDocument/2006/relationships/image" Target="../media/image224.png"/><Relationship Id="rId2" Type="http://schemas.openxmlformats.org/officeDocument/2006/relationships/customXml" Target="../ink/ink222.xml"/><Relationship Id="rId16" Type="http://schemas.openxmlformats.org/officeDocument/2006/relationships/customXml" Target="../ink/ink229.xml"/><Relationship Id="rId20" Type="http://schemas.openxmlformats.org/officeDocument/2006/relationships/customXml" Target="../ink/ink2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4.xml"/><Relationship Id="rId11" Type="http://schemas.openxmlformats.org/officeDocument/2006/relationships/image" Target="../media/image221.png"/><Relationship Id="rId5" Type="http://schemas.openxmlformats.org/officeDocument/2006/relationships/image" Target="../media/image218.png"/><Relationship Id="rId15" Type="http://schemas.openxmlformats.org/officeDocument/2006/relationships/image" Target="../media/image223.png"/><Relationship Id="rId10" Type="http://schemas.openxmlformats.org/officeDocument/2006/relationships/customXml" Target="../ink/ink226.xml"/><Relationship Id="rId19" Type="http://schemas.openxmlformats.org/officeDocument/2006/relationships/image" Target="../media/image225.png"/><Relationship Id="rId4" Type="http://schemas.openxmlformats.org/officeDocument/2006/relationships/customXml" Target="../ink/ink223.xml"/><Relationship Id="rId9" Type="http://schemas.openxmlformats.org/officeDocument/2006/relationships/image" Target="../media/image220.png"/><Relationship Id="rId14" Type="http://schemas.openxmlformats.org/officeDocument/2006/relationships/customXml" Target="../ink/ink22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4.png"/><Relationship Id="rId21" Type="http://schemas.openxmlformats.org/officeDocument/2006/relationships/image" Target="../media/image236.png"/><Relationship Id="rId63" Type="http://schemas.openxmlformats.org/officeDocument/2006/relationships/image" Target="../media/image257.png"/><Relationship Id="rId159" Type="http://schemas.openxmlformats.org/officeDocument/2006/relationships/image" Target="../media/image305.png"/><Relationship Id="rId170" Type="http://schemas.openxmlformats.org/officeDocument/2006/relationships/customXml" Target="../ink/ink315.xml"/><Relationship Id="rId226" Type="http://schemas.openxmlformats.org/officeDocument/2006/relationships/customXml" Target="../ink/ink344.xml"/><Relationship Id="rId107" Type="http://schemas.openxmlformats.org/officeDocument/2006/relationships/image" Target="../media/image279.png"/><Relationship Id="rId11" Type="http://schemas.openxmlformats.org/officeDocument/2006/relationships/image" Target="../media/image231.png"/><Relationship Id="rId32" Type="http://schemas.openxmlformats.org/officeDocument/2006/relationships/customXml" Target="../ink/ink246.xml"/><Relationship Id="rId53" Type="http://schemas.openxmlformats.org/officeDocument/2006/relationships/image" Target="../media/image252.png"/><Relationship Id="rId74" Type="http://schemas.openxmlformats.org/officeDocument/2006/relationships/customXml" Target="../ink/ink267.xml"/><Relationship Id="rId128" Type="http://schemas.openxmlformats.org/officeDocument/2006/relationships/customXml" Target="../ink/ink294.xml"/><Relationship Id="rId149" Type="http://schemas.openxmlformats.org/officeDocument/2006/relationships/image" Target="../media/image300.png"/><Relationship Id="rId5" Type="http://schemas.openxmlformats.org/officeDocument/2006/relationships/image" Target="../media/image228.png"/><Relationship Id="rId95" Type="http://schemas.openxmlformats.org/officeDocument/2006/relationships/image" Target="../media/image273.png"/><Relationship Id="rId160" Type="http://schemas.openxmlformats.org/officeDocument/2006/relationships/customXml" Target="../ink/ink310.xml"/><Relationship Id="rId181" Type="http://schemas.openxmlformats.org/officeDocument/2006/relationships/image" Target="../media/image315.png"/><Relationship Id="rId216" Type="http://schemas.openxmlformats.org/officeDocument/2006/relationships/image" Target="../media/image331.png"/><Relationship Id="rId237" Type="http://schemas.openxmlformats.org/officeDocument/2006/relationships/customXml" Target="../ink/ink350.xml"/><Relationship Id="rId258" Type="http://schemas.openxmlformats.org/officeDocument/2006/relationships/image" Target="../media/image351.png"/><Relationship Id="rId22" Type="http://schemas.openxmlformats.org/officeDocument/2006/relationships/customXml" Target="../ink/ink241.xml"/><Relationship Id="rId43" Type="http://schemas.openxmlformats.org/officeDocument/2006/relationships/image" Target="../media/image247.png"/><Relationship Id="rId64" Type="http://schemas.openxmlformats.org/officeDocument/2006/relationships/customXml" Target="../ink/ink262.xml"/><Relationship Id="rId118" Type="http://schemas.openxmlformats.org/officeDocument/2006/relationships/customXml" Target="../ink/ink289.xml"/><Relationship Id="rId139" Type="http://schemas.openxmlformats.org/officeDocument/2006/relationships/image" Target="../media/image295.png"/><Relationship Id="rId85" Type="http://schemas.openxmlformats.org/officeDocument/2006/relationships/image" Target="../media/image268.png"/><Relationship Id="rId150" Type="http://schemas.openxmlformats.org/officeDocument/2006/relationships/customXml" Target="../ink/ink305.xml"/><Relationship Id="rId171" Type="http://schemas.openxmlformats.org/officeDocument/2006/relationships/image" Target="../media/image311.png"/><Relationship Id="rId192" Type="http://schemas.openxmlformats.org/officeDocument/2006/relationships/image" Target="../media/image319.png"/><Relationship Id="rId206" Type="http://schemas.openxmlformats.org/officeDocument/2006/relationships/image" Target="../media/image326.png"/><Relationship Id="rId227" Type="http://schemas.openxmlformats.org/officeDocument/2006/relationships/image" Target="../media/image336.png"/><Relationship Id="rId248" Type="http://schemas.openxmlformats.org/officeDocument/2006/relationships/image" Target="../media/image346.png"/><Relationship Id="rId12" Type="http://schemas.openxmlformats.org/officeDocument/2006/relationships/customXml" Target="../ink/ink236.xml"/><Relationship Id="rId33" Type="http://schemas.openxmlformats.org/officeDocument/2006/relationships/image" Target="../media/image242.png"/><Relationship Id="rId108" Type="http://schemas.openxmlformats.org/officeDocument/2006/relationships/customXml" Target="../ink/ink284.xml"/><Relationship Id="rId129" Type="http://schemas.openxmlformats.org/officeDocument/2006/relationships/image" Target="../media/image290.png"/><Relationship Id="rId54" Type="http://schemas.openxmlformats.org/officeDocument/2006/relationships/customXml" Target="../ink/ink257.xml"/><Relationship Id="rId75" Type="http://schemas.openxmlformats.org/officeDocument/2006/relationships/image" Target="../media/image263.png"/><Relationship Id="rId96" Type="http://schemas.openxmlformats.org/officeDocument/2006/relationships/customXml" Target="../ink/ink278.xml"/><Relationship Id="rId140" Type="http://schemas.openxmlformats.org/officeDocument/2006/relationships/customXml" Target="../ink/ink300.xml"/><Relationship Id="rId161" Type="http://schemas.openxmlformats.org/officeDocument/2006/relationships/image" Target="../media/image306.png"/><Relationship Id="rId182" Type="http://schemas.openxmlformats.org/officeDocument/2006/relationships/customXml" Target="../ink/ink321.xml"/><Relationship Id="rId217" Type="http://schemas.openxmlformats.org/officeDocument/2006/relationships/customXml" Target="../ink/ink339.xml"/><Relationship Id="rId6" Type="http://schemas.openxmlformats.org/officeDocument/2006/relationships/customXml" Target="../ink/ink233.xml"/><Relationship Id="rId238" Type="http://schemas.openxmlformats.org/officeDocument/2006/relationships/image" Target="../media/image341.png"/><Relationship Id="rId259" Type="http://schemas.openxmlformats.org/officeDocument/2006/relationships/customXml" Target="../ink/ink361.xml"/><Relationship Id="rId23" Type="http://schemas.openxmlformats.org/officeDocument/2006/relationships/image" Target="../media/image237.png"/><Relationship Id="rId119" Type="http://schemas.openxmlformats.org/officeDocument/2006/relationships/image" Target="../media/image285.png"/><Relationship Id="rId44" Type="http://schemas.openxmlformats.org/officeDocument/2006/relationships/customXml" Target="../ink/ink252.xml"/><Relationship Id="rId65" Type="http://schemas.openxmlformats.org/officeDocument/2006/relationships/image" Target="../media/image258.png"/><Relationship Id="rId86" Type="http://schemas.openxmlformats.org/officeDocument/2006/relationships/customXml" Target="../ink/ink273.xml"/><Relationship Id="rId130" Type="http://schemas.openxmlformats.org/officeDocument/2006/relationships/customXml" Target="../ink/ink295.xml"/><Relationship Id="rId151" Type="http://schemas.openxmlformats.org/officeDocument/2006/relationships/image" Target="../media/image301.png"/><Relationship Id="rId172" Type="http://schemas.openxmlformats.org/officeDocument/2006/relationships/customXml" Target="../ink/ink316.xml"/><Relationship Id="rId193" Type="http://schemas.openxmlformats.org/officeDocument/2006/relationships/customXml" Target="../ink/ink327.xml"/><Relationship Id="rId207" Type="http://schemas.openxmlformats.org/officeDocument/2006/relationships/customXml" Target="../ink/ink334.xml"/><Relationship Id="rId228" Type="http://schemas.openxmlformats.org/officeDocument/2006/relationships/customXml" Target="../ink/ink345.xml"/><Relationship Id="rId249" Type="http://schemas.openxmlformats.org/officeDocument/2006/relationships/customXml" Target="../ink/ink356.xml"/><Relationship Id="rId13" Type="http://schemas.openxmlformats.org/officeDocument/2006/relationships/image" Target="../media/image232.png"/><Relationship Id="rId109" Type="http://schemas.openxmlformats.org/officeDocument/2006/relationships/image" Target="../media/image280.png"/><Relationship Id="rId260" Type="http://schemas.openxmlformats.org/officeDocument/2006/relationships/image" Target="../media/image352.png"/><Relationship Id="rId34" Type="http://schemas.openxmlformats.org/officeDocument/2006/relationships/customXml" Target="../ink/ink247.xml"/><Relationship Id="rId55" Type="http://schemas.openxmlformats.org/officeDocument/2006/relationships/image" Target="../media/image253.png"/><Relationship Id="rId76" Type="http://schemas.openxmlformats.org/officeDocument/2006/relationships/customXml" Target="../ink/ink268.xml"/><Relationship Id="rId97" Type="http://schemas.openxmlformats.org/officeDocument/2006/relationships/image" Target="../media/image274.png"/><Relationship Id="rId120" Type="http://schemas.openxmlformats.org/officeDocument/2006/relationships/customXml" Target="../ink/ink290.xml"/><Relationship Id="rId141" Type="http://schemas.openxmlformats.org/officeDocument/2006/relationships/image" Target="../media/image296.png"/><Relationship Id="rId7" Type="http://schemas.openxmlformats.org/officeDocument/2006/relationships/image" Target="../media/image229.png"/><Relationship Id="rId162" Type="http://schemas.openxmlformats.org/officeDocument/2006/relationships/customXml" Target="../ink/ink311.xml"/><Relationship Id="rId183" Type="http://schemas.openxmlformats.org/officeDocument/2006/relationships/image" Target="../media/image316.png"/><Relationship Id="rId218" Type="http://schemas.openxmlformats.org/officeDocument/2006/relationships/image" Target="../media/image332.png"/><Relationship Id="rId239" Type="http://schemas.openxmlformats.org/officeDocument/2006/relationships/customXml" Target="../ink/ink351.xml"/><Relationship Id="rId250" Type="http://schemas.openxmlformats.org/officeDocument/2006/relationships/image" Target="../media/image347.png"/><Relationship Id="rId24" Type="http://schemas.openxmlformats.org/officeDocument/2006/relationships/customXml" Target="../ink/ink242.xml"/><Relationship Id="rId45" Type="http://schemas.openxmlformats.org/officeDocument/2006/relationships/image" Target="../media/image248.png"/><Relationship Id="rId66" Type="http://schemas.openxmlformats.org/officeDocument/2006/relationships/customXml" Target="../ink/ink263.xml"/><Relationship Id="rId87" Type="http://schemas.openxmlformats.org/officeDocument/2006/relationships/image" Target="../media/image269.png"/><Relationship Id="rId110" Type="http://schemas.openxmlformats.org/officeDocument/2006/relationships/customXml" Target="../ink/ink285.xml"/><Relationship Id="rId131" Type="http://schemas.openxmlformats.org/officeDocument/2006/relationships/image" Target="../media/image291.png"/><Relationship Id="rId152" Type="http://schemas.openxmlformats.org/officeDocument/2006/relationships/customXml" Target="../ink/ink306.xml"/><Relationship Id="rId173" Type="http://schemas.openxmlformats.org/officeDocument/2006/relationships/image" Target="../media/image312.png"/><Relationship Id="rId194" Type="http://schemas.openxmlformats.org/officeDocument/2006/relationships/image" Target="../media/image320.png"/><Relationship Id="rId208" Type="http://schemas.openxmlformats.org/officeDocument/2006/relationships/image" Target="../media/image327.png"/><Relationship Id="rId229" Type="http://schemas.openxmlformats.org/officeDocument/2006/relationships/image" Target="../media/image337.png"/><Relationship Id="rId240" Type="http://schemas.openxmlformats.org/officeDocument/2006/relationships/image" Target="../media/image342.png"/><Relationship Id="rId261" Type="http://schemas.openxmlformats.org/officeDocument/2006/relationships/customXml" Target="../ink/ink362.xml"/><Relationship Id="rId14" Type="http://schemas.openxmlformats.org/officeDocument/2006/relationships/customXml" Target="../ink/ink237.xml"/><Relationship Id="rId35" Type="http://schemas.openxmlformats.org/officeDocument/2006/relationships/image" Target="../media/image243.png"/><Relationship Id="rId56" Type="http://schemas.openxmlformats.org/officeDocument/2006/relationships/customXml" Target="../ink/ink258.xml"/><Relationship Id="rId77" Type="http://schemas.openxmlformats.org/officeDocument/2006/relationships/image" Target="../media/image264.png"/><Relationship Id="rId100" Type="http://schemas.openxmlformats.org/officeDocument/2006/relationships/customXml" Target="../ink/ink280.xml"/><Relationship Id="rId8" Type="http://schemas.openxmlformats.org/officeDocument/2006/relationships/customXml" Target="../ink/ink234.xml"/><Relationship Id="rId98" Type="http://schemas.openxmlformats.org/officeDocument/2006/relationships/customXml" Target="../ink/ink279.xml"/><Relationship Id="rId121" Type="http://schemas.openxmlformats.org/officeDocument/2006/relationships/image" Target="../media/image286.png"/><Relationship Id="rId142" Type="http://schemas.openxmlformats.org/officeDocument/2006/relationships/customXml" Target="../ink/ink301.xml"/><Relationship Id="rId163" Type="http://schemas.openxmlformats.org/officeDocument/2006/relationships/image" Target="../media/image307.png"/><Relationship Id="rId184" Type="http://schemas.openxmlformats.org/officeDocument/2006/relationships/customXml" Target="../ink/ink322.xml"/><Relationship Id="rId219" Type="http://schemas.openxmlformats.org/officeDocument/2006/relationships/customXml" Target="../ink/ink340.xml"/><Relationship Id="rId230" Type="http://schemas.openxmlformats.org/officeDocument/2006/relationships/customXml" Target="../ink/ink346.xml"/><Relationship Id="rId251" Type="http://schemas.openxmlformats.org/officeDocument/2006/relationships/customXml" Target="../ink/ink357.xml"/><Relationship Id="rId25" Type="http://schemas.openxmlformats.org/officeDocument/2006/relationships/image" Target="../media/image238.png"/><Relationship Id="rId46" Type="http://schemas.openxmlformats.org/officeDocument/2006/relationships/customXml" Target="../ink/ink253.xml"/><Relationship Id="rId67" Type="http://schemas.openxmlformats.org/officeDocument/2006/relationships/image" Target="../media/image259.png"/><Relationship Id="rId88" Type="http://schemas.openxmlformats.org/officeDocument/2006/relationships/customXml" Target="../ink/ink274.xml"/><Relationship Id="rId111" Type="http://schemas.openxmlformats.org/officeDocument/2006/relationships/image" Target="../media/image281.png"/><Relationship Id="rId132" Type="http://schemas.openxmlformats.org/officeDocument/2006/relationships/customXml" Target="../ink/ink296.xml"/><Relationship Id="rId153" Type="http://schemas.openxmlformats.org/officeDocument/2006/relationships/image" Target="../media/image302.png"/><Relationship Id="rId174" Type="http://schemas.openxmlformats.org/officeDocument/2006/relationships/customXml" Target="../ink/ink317.xml"/><Relationship Id="rId195" Type="http://schemas.openxmlformats.org/officeDocument/2006/relationships/customXml" Target="../ink/ink328.xml"/><Relationship Id="rId209" Type="http://schemas.openxmlformats.org/officeDocument/2006/relationships/customXml" Target="../ink/ink335.xml"/><Relationship Id="rId220" Type="http://schemas.openxmlformats.org/officeDocument/2006/relationships/customXml" Target="../ink/ink341.xml"/><Relationship Id="rId241" Type="http://schemas.openxmlformats.org/officeDocument/2006/relationships/customXml" Target="../ink/ink352.xml"/><Relationship Id="rId15" Type="http://schemas.openxmlformats.org/officeDocument/2006/relationships/image" Target="../media/image233.png"/><Relationship Id="rId36" Type="http://schemas.openxmlformats.org/officeDocument/2006/relationships/customXml" Target="../ink/ink248.xml"/><Relationship Id="rId57" Type="http://schemas.openxmlformats.org/officeDocument/2006/relationships/image" Target="../media/image254.png"/><Relationship Id="rId262" Type="http://schemas.openxmlformats.org/officeDocument/2006/relationships/customXml" Target="../ink/ink363.xml"/><Relationship Id="rId78" Type="http://schemas.openxmlformats.org/officeDocument/2006/relationships/customXml" Target="../ink/ink269.xml"/><Relationship Id="rId99" Type="http://schemas.openxmlformats.org/officeDocument/2006/relationships/image" Target="../media/image275.png"/><Relationship Id="rId101" Type="http://schemas.openxmlformats.org/officeDocument/2006/relationships/image" Target="../media/image276.png"/><Relationship Id="rId122" Type="http://schemas.openxmlformats.org/officeDocument/2006/relationships/customXml" Target="../ink/ink291.xml"/><Relationship Id="rId143" Type="http://schemas.openxmlformats.org/officeDocument/2006/relationships/image" Target="../media/image297.png"/><Relationship Id="rId164" Type="http://schemas.openxmlformats.org/officeDocument/2006/relationships/customXml" Target="../ink/ink312.xml"/><Relationship Id="rId185" Type="http://schemas.openxmlformats.org/officeDocument/2006/relationships/customXml" Target="../ink/ink323.xml"/><Relationship Id="rId9" Type="http://schemas.openxmlformats.org/officeDocument/2006/relationships/image" Target="../media/image230.png"/><Relationship Id="rId210" Type="http://schemas.openxmlformats.org/officeDocument/2006/relationships/image" Target="../media/image328.png"/><Relationship Id="rId26" Type="http://schemas.openxmlformats.org/officeDocument/2006/relationships/customXml" Target="../ink/ink243.xml"/><Relationship Id="rId231" Type="http://schemas.openxmlformats.org/officeDocument/2006/relationships/image" Target="../media/image338.png"/><Relationship Id="rId252" Type="http://schemas.openxmlformats.org/officeDocument/2006/relationships/image" Target="../media/image348.png"/><Relationship Id="rId47" Type="http://schemas.openxmlformats.org/officeDocument/2006/relationships/image" Target="../media/image249.png"/><Relationship Id="rId68" Type="http://schemas.openxmlformats.org/officeDocument/2006/relationships/customXml" Target="../ink/ink264.xml"/><Relationship Id="rId89" Type="http://schemas.openxmlformats.org/officeDocument/2006/relationships/image" Target="../media/image270.png"/><Relationship Id="rId112" Type="http://schemas.openxmlformats.org/officeDocument/2006/relationships/customXml" Target="../ink/ink286.xml"/><Relationship Id="rId133" Type="http://schemas.openxmlformats.org/officeDocument/2006/relationships/image" Target="../media/image292.png"/><Relationship Id="rId154" Type="http://schemas.openxmlformats.org/officeDocument/2006/relationships/customXml" Target="../ink/ink307.xml"/><Relationship Id="rId175" Type="http://schemas.openxmlformats.org/officeDocument/2006/relationships/image" Target="../media/image313.png"/><Relationship Id="rId196" Type="http://schemas.openxmlformats.org/officeDocument/2006/relationships/image" Target="../media/image321.png"/><Relationship Id="rId200" Type="http://schemas.openxmlformats.org/officeDocument/2006/relationships/image" Target="../media/image323.png"/><Relationship Id="rId16" Type="http://schemas.openxmlformats.org/officeDocument/2006/relationships/customXml" Target="../ink/ink238.xml"/><Relationship Id="rId221" Type="http://schemas.openxmlformats.org/officeDocument/2006/relationships/image" Target="../media/image333.png"/><Relationship Id="rId242" Type="http://schemas.openxmlformats.org/officeDocument/2006/relationships/image" Target="../media/image343.png"/><Relationship Id="rId263" Type="http://schemas.openxmlformats.org/officeDocument/2006/relationships/customXml" Target="../ink/ink364.xml"/><Relationship Id="rId37" Type="http://schemas.openxmlformats.org/officeDocument/2006/relationships/image" Target="../media/image244.png"/><Relationship Id="rId58" Type="http://schemas.openxmlformats.org/officeDocument/2006/relationships/customXml" Target="../ink/ink259.xml"/><Relationship Id="rId79" Type="http://schemas.openxmlformats.org/officeDocument/2006/relationships/image" Target="../media/image265.png"/><Relationship Id="rId102" Type="http://schemas.openxmlformats.org/officeDocument/2006/relationships/customXml" Target="../ink/ink281.xml"/><Relationship Id="rId123" Type="http://schemas.openxmlformats.org/officeDocument/2006/relationships/image" Target="../media/image287.png"/><Relationship Id="rId144" Type="http://schemas.openxmlformats.org/officeDocument/2006/relationships/customXml" Target="../ink/ink302.xml"/><Relationship Id="rId90" Type="http://schemas.openxmlformats.org/officeDocument/2006/relationships/customXml" Target="../ink/ink275.xml"/><Relationship Id="rId165" Type="http://schemas.openxmlformats.org/officeDocument/2006/relationships/image" Target="../media/image308.png"/><Relationship Id="rId186" Type="http://schemas.openxmlformats.org/officeDocument/2006/relationships/image" Target="../media/image111.png"/><Relationship Id="rId211" Type="http://schemas.openxmlformats.org/officeDocument/2006/relationships/customXml" Target="../ink/ink336.xml"/><Relationship Id="rId232" Type="http://schemas.openxmlformats.org/officeDocument/2006/relationships/customXml" Target="../ink/ink347.xml"/><Relationship Id="rId253" Type="http://schemas.openxmlformats.org/officeDocument/2006/relationships/customXml" Target="../ink/ink358.xml"/><Relationship Id="rId27" Type="http://schemas.openxmlformats.org/officeDocument/2006/relationships/image" Target="../media/image239.png"/><Relationship Id="rId48" Type="http://schemas.openxmlformats.org/officeDocument/2006/relationships/customXml" Target="../ink/ink254.xml"/><Relationship Id="rId69" Type="http://schemas.openxmlformats.org/officeDocument/2006/relationships/image" Target="../media/image260.png"/><Relationship Id="rId113" Type="http://schemas.openxmlformats.org/officeDocument/2006/relationships/image" Target="../media/image282.png"/><Relationship Id="rId134" Type="http://schemas.openxmlformats.org/officeDocument/2006/relationships/customXml" Target="../ink/ink297.xml"/><Relationship Id="rId80" Type="http://schemas.openxmlformats.org/officeDocument/2006/relationships/customXml" Target="../ink/ink270.xml"/><Relationship Id="rId155" Type="http://schemas.openxmlformats.org/officeDocument/2006/relationships/image" Target="../media/image303.png"/><Relationship Id="rId176" Type="http://schemas.openxmlformats.org/officeDocument/2006/relationships/customXml" Target="../ink/ink318.xml"/><Relationship Id="rId197" Type="http://schemas.openxmlformats.org/officeDocument/2006/relationships/customXml" Target="../ink/ink329.xml"/><Relationship Id="rId201" Type="http://schemas.openxmlformats.org/officeDocument/2006/relationships/customXml" Target="../ink/ink331.xml"/><Relationship Id="rId222" Type="http://schemas.openxmlformats.org/officeDocument/2006/relationships/customXml" Target="../ink/ink342.xml"/><Relationship Id="rId243" Type="http://schemas.openxmlformats.org/officeDocument/2006/relationships/customXml" Target="../ink/ink353.xml"/><Relationship Id="rId264" Type="http://schemas.openxmlformats.org/officeDocument/2006/relationships/image" Target="../media/image353.png"/><Relationship Id="rId17" Type="http://schemas.openxmlformats.org/officeDocument/2006/relationships/image" Target="../media/image234.png"/><Relationship Id="rId38" Type="http://schemas.openxmlformats.org/officeDocument/2006/relationships/customXml" Target="../ink/ink249.xml"/><Relationship Id="rId59" Type="http://schemas.openxmlformats.org/officeDocument/2006/relationships/image" Target="../media/image255.png"/><Relationship Id="rId103" Type="http://schemas.openxmlformats.org/officeDocument/2006/relationships/image" Target="../media/image277.png"/><Relationship Id="rId124" Type="http://schemas.openxmlformats.org/officeDocument/2006/relationships/customXml" Target="../ink/ink292.xml"/><Relationship Id="rId70" Type="http://schemas.openxmlformats.org/officeDocument/2006/relationships/customXml" Target="../ink/ink265.xml"/><Relationship Id="rId91" Type="http://schemas.openxmlformats.org/officeDocument/2006/relationships/image" Target="../media/image271.png"/><Relationship Id="rId145" Type="http://schemas.openxmlformats.org/officeDocument/2006/relationships/image" Target="../media/image298.png"/><Relationship Id="rId166" Type="http://schemas.openxmlformats.org/officeDocument/2006/relationships/customXml" Target="../ink/ink313.xml"/><Relationship Id="rId187" Type="http://schemas.openxmlformats.org/officeDocument/2006/relationships/customXml" Target="../ink/ink32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9.png"/><Relationship Id="rId233" Type="http://schemas.openxmlformats.org/officeDocument/2006/relationships/image" Target="../media/image339.png"/><Relationship Id="rId254" Type="http://schemas.openxmlformats.org/officeDocument/2006/relationships/image" Target="../media/image349.png"/><Relationship Id="rId28" Type="http://schemas.openxmlformats.org/officeDocument/2006/relationships/customXml" Target="../ink/ink244.xml"/><Relationship Id="rId49" Type="http://schemas.openxmlformats.org/officeDocument/2006/relationships/image" Target="../media/image250.png"/><Relationship Id="rId114" Type="http://schemas.openxmlformats.org/officeDocument/2006/relationships/customXml" Target="../ink/ink287.xml"/><Relationship Id="rId60" Type="http://schemas.openxmlformats.org/officeDocument/2006/relationships/customXml" Target="../ink/ink260.xml"/><Relationship Id="rId81" Type="http://schemas.openxmlformats.org/officeDocument/2006/relationships/image" Target="../media/image266.png"/><Relationship Id="rId135" Type="http://schemas.openxmlformats.org/officeDocument/2006/relationships/image" Target="../media/image293.png"/><Relationship Id="rId156" Type="http://schemas.openxmlformats.org/officeDocument/2006/relationships/customXml" Target="../ink/ink308.xml"/><Relationship Id="rId177" Type="http://schemas.openxmlformats.org/officeDocument/2006/relationships/image" Target="../media/image314.png"/><Relationship Id="rId198" Type="http://schemas.openxmlformats.org/officeDocument/2006/relationships/image" Target="../media/image322.png"/><Relationship Id="rId202" Type="http://schemas.openxmlformats.org/officeDocument/2006/relationships/image" Target="../media/image324.png"/><Relationship Id="rId223" Type="http://schemas.openxmlformats.org/officeDocument/2006/relationships/image" Target="../media/image334.png"/><Relationship Id="rId244" Type="http://schemas.openxmlformats.org/officeDocument/2006/relationships/image" Target="../media/image344.png"/><Relationship Id="rId18" Type="http://schemas.openxmlformats.org/officeDocument/2006/relationships/customXml" Target="../ink/ink239.xml"/><Relationship Id="rId39" Type="http://schemas.openxmlformats.org/officeDocument/2006/relationships/image" Target="../media/image245.png"/><Relationship Id="rId265" Type="http://schemas.openxmlformats.org/officeDocument/2006/relationships/customXml" Target="../ink/ink365.xml"/><Relationship Id="rId50" Type="http://schemas.openxmlformats.org/officeDocument/2006/relationships/customXml" Target="../ink/ink255.xml"/><Relationship Id="rId104" Type="http://schemas.openxmlformats.org/officeDocument/2006/relationships/customXml" Target="../ink/ink282.xml"/><Relationship Id="rId125" Type="http://schemas.openxmlformats.org/officeDocument/2006/relationships/image" Target="../media/image288.png"/><Relationship Id="rId146" Type="http://schemas.openxmlformats.org/officeDocument/2006/relationships/customXml" Target="../ink/ink303.xml"/><Relationship Id="rId167" Type="http://schemas.openxmlformats.org/officeDocument/2006/relationships/image" Target="../media/image309.png"/><Relationship Id="rId188" Type="http://schemas.openxmlformats.org/officeDocument/2006/relationships/image" Target="../media/image317.png"/><Relationship Id="rId71" Type="http://schemas.openxmlformats.org/officeDocument/2006/relationships/image" Target="../media/image261.png"/><Relationship Id="rId92" Type="http://schemas.openxmlformats.org/officeDocument/2006/relationships/customXml" Target="../ink/ink276.xml"/><Relationship Id="rId213" Type="http://schemas.openxmlformats.org/officeDocument/2006/relationships/customXml" Target="../ink/ink337.xml"/><Relationship Id="rId234" Type="http://schemas.openxmlformats.org/officeDocument/2006/relationships/customXml" Target="../ink/ink348.xml"/><Relationship Id="rId2" Type="http://schemas.openxmlformats.org/officeDocument/2006/relationships/image" Target="../media/image227.png"/><Relationship Id="rId29" Type="http://schemas.openxmlformats.org/officeDocument/2006/relationships/image" Target="../media/image240.png"/><Relationship Id="rId255" Type="http://schemas.openxmlformats.org/officeDocument/2006/relationships/customXml" Target="../ink/ink359.xml"/><Relationship Id="rId40" Type="http://schemas.openxmlformats.org/officeDocument/2006/relationships/customXml" Target="../ink/ink250.xml"/><Relationship Id="rId115" Type="http://schemas.openxmlformats.org/officeDocument/2006/relationships/image" Target="../media/image283.png"/><Relationship Id="rId136" Type="http://schemas.openxmlformats.org/officeDocument/2006/relationships/customXml" Target="../ink/ink298.xml"/><Relationship Id="rId157" Type="http://schemas.openxmlformats.org/officeDocument/2006/relationships/image" Target="../media/image304.png"/><Relationship Id="rId178" Type="http://schemas.openxmlformats.org/officeDocument/2006/relationships/customXml" Target="../ink/ink319.xml"/><Relationship Id="rId61" Type="http://schemas.openxmlformats.org/officeDocument/2006/relationships/image" Target="../media/image256.png"/><Relationship Id="rId82" Type="http://schemas.openxmlformats.org/officeDocument/2006/relationships/customXml" Target="../ink/ink271.xml"/><Relationship Id="rId199" Type="http://schemas.openxmlformats.org/officeDocument/2006/relationships/customXml" Target="../ink/ink330.xml"/><Relationship Id="rId203" Type="http://schemas.openxmlformats.org/officeDocument/2006/relationships/customXml" Target="../ink/ink332.xml"/><Relationship Id="rId19" Type="http://schemas.openxmlformats.org/officeDocument/2006/relationships/image" Target="../media/image235.png"/><Relationship Id="rId224" Type="http://schemas.openxmlformats.org/officeDocument/2006/relationships/customXml" Target="../ink/ink343.xml"/><Relationship Id="rId245" Type="http://schemas.openxmlformats.org/officeDocument/2006/relationships/customXml" Target="../ink/ink354.xml"/><Relationship Id="rId266" Type="http://schemas.openxmlformats.org/officeDocument/2006/relationships/image" Target="../media/image354.png"/><Relationship Id="rId30" Type="http://schemas.openxmlformats.org/officeDocument/2006/relationships/customXml" Target="../ink/ink245.xml"/><Relationship Id="rId105" Type="http://schemas.openxmlformats.org/officeDocument/2006/relationships/image" Target="../media/image278.png"/><Relationship Id="rId126" Type="http://schemas.openxmlformats.org/officeDocument/2006/relationships/customXml" Target="../ink/ink293.xml"/><Relationship Id="rId147" Type="http://schemas.openxmlformats.org/officeDocument/2006/relationships/image" Target="../media/image299.png"/><Relationship Id="rId168" Type="http://schemas.openxmlformats.org/officeDocument/2006/relationships/customXml" Target="../ink/ink314.xml"/><Relationship Id="rId51" Type="http://schemas.openxmlformats.org/officeDocument/2006/relationships/image" Target="../media/image251.png"/><Relationship Id="rId72" Type="http://schemas.openxmlformats.org/officeDocument/2006/relationships/customXml" Target="../ink/ink266.xml"/><Relationship Id="rId93" Type="http://schemas.openxmlformats.org/officeDocument/2006/relationships/image" Target="../media/image272.png"/><Relationship Id="rId189" Type="http://schemas.openxmlformats.org/officeDocument/2006/relationships/customXml" Target="../ink/ink325.xml"/><Relationship Id="rId3" Type="http://schemas.openxmlformats.org/officeDocument/2006/relationships/image" Target="../media/image9100.png"/><Relationship Id="rId214" Type="http://schemas.openxmlformats.org/officeDocument/2006/relationships/image" Target="../media/image330.png"/><Relationship Id="rId235" Type="http://schemas.openxmlformats.org/officeDocument/2006/relationships/customXml" Target="../ink/ink349.xml"/><Relationship Id="rId256" Type="http://schemas.openxmlformats.org/officeDocument/2006/relationships/image" Target="../media/image350.png"/><Relationship Id="rId116" Type="http://schemas.openxmlformats.org/officeDocument/2006/relationships/customXml" Target="../ink/ink288.xml"/><Relationship Id="rId137" Type="http://schemas.openxmlformats.org/officeDocument/2006/relationships/image" Target="../media/image294.png"/><Relationship Id="rId158" Type="http://schemas.openxmlformats.org/officeDocument/2006/relationships/customXml" Target="../ink/ink309.xml"/><Relationship Id="rId20" Type="http://schemas.openxmlformats.org/officeDocument/2006/relationships/customXml" Target="../ink/ink240.xml"/><Relationship Id="rId41" Type="http://schemas.openxmlformats.org/officeDocument/2006/relationships/image" Target="../media/image246.png"/><Relationship Id="rId62" Type="http://schemas.openxmlformats.org/officeDocument/2006/relationships/customXml" Target="../ink/ink261.xml"/><Relationship Id="rId83" Type="http://schemas.openxmlformats.org/officeDocument/2006/relationships/image" Target="../media/image267.png"/><Relationship Id="rId179" Type="http://schemas.openxmlformats.org/officeDocument/2006/relationships/image" Target="../media/image8.png"/><Relationship Id="rId190" Type="http://schemas.openxmlformats.org/officeDocument/2006/relationships/image" Target="../media/image318.png"/><Relationship Id="rId204" Type="http://schemas.openxmlformats.org/officeDocument/2006/relationships/image" Target="../media/image325.png"/><Relationship Id="rId225" Type="http://schemas.openxmlformats.org/officeDocument/2006/relationships/image" Target="../media/image335.png"/><Relationship Id="rId246" Type="http://schemas.openxmlformats.org/officeDocument/2006/relationships/image" Target="../media/image345.png"/><Relationship Id="rId106" Type="http://schemas.openxmlformats.org/officeDocument/2006/relationships/customXml" Target="../ink/ink283.xml"/><Relationship Id="rId127" Type="http://schemas.openxmlformats.org/officeDocument/2006/relationships/image" Target="../media/image289.png"/><Relationship Id="rId10" Type="http://schemas.openxmlformats.org/officeDocument/2006/relationships/customXml" Target="../ink/ink235.xml"/><Relationship Id="rId31" Type="http://schemas.openxmlformats.org/officeDocument/2006/relationships/image" Target="../media/image241.png"/><Relationship Id="rId52" Type="http://schemas.openxmlformats.org/officeDocument/2006/relationships/customXml" Target="../ink/ink256.xml"/><Relationship Id="rId73" Type="http://schemas.openxmlformats.org/officeDocument/2006/relationships/image" Target="../media/image262.png"/><Relationship Id="rId94" Type="http://schemas.openxmlformats.org/officeDocument/2006/relationships/customXml" Target="../ink/ink277.xml"/><Relationship Id="rId148" Type="http://schemas.openxmlformats.org/officeDocument/2006/relationships/customXml" Target="../ink/ink304.xml"/><Relationship Id="rId169" Type="http://schemas.openxmlformats.org/officeDocument/2006/relationships/image" Target="../media/image310.png"/><Relationship Id="rId4" Type="http://schemas.openxmlformats.org/officeDocument/2006/relationships/customXml" Target="../ink/ink232.xml"/><Relationship Id="rId180" Type="http://schemas.openxmlformats.org/officeDocument/2006/relationships/customXml" Target="../ink/ink320.xml"/><Relationship Id="rId215" Type="http://schemas.openxmlformats.org/officeDocument/2006/relationships/customXml" Target="../ink/ink338.xml"/><Relationship Id="rId236" Type="http://schemas.openxmlformats.org/officeDocument/2006/relationships/image" Target="../media/image340.png"/><Relationship Id="rId257" Type="http://schemas.openxmlformats.org/officeDocument/2006/relationships/customXml" Target="../ink/ink360.xml"/><Relationship Id="rId42" Type="http://schemas.openxmlformats.org/officeDocument/2006/relationships/customXml" Target="../ink/ink251.xml"/><Relationship Id="rId84" Type="http://schemas.openxmlformats.org/officeDocument/2006/relationships/customXml" Target="../ink/ink272.xml"/><Relationship Id="rId138" Type="http://schemas.openxmlformats.org/officeDocument/2006/relationships/customXml" Target="../ink/ink299.xml"/><Relationship Id="rId191" Type="http://schemas.openxmlformats.org/officeDocument/2006/relationships/customXml" Target="../ink/ink326.xml"/><Relationship Id="rId205" Type="http://schemas.openxmlformats.org/officeDocument/2006/relationships/customXml" Target="../ink/ink333.xml"/><Relationship Id="rId247" Type="http://schemas.openxmlformats.org/officeDocument/2006/relationships/customXml" Target="../ink/ink35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png"/><Relationship Id="rId2" Type="http://schemas.openxmlformats.org/officeDocument/2006/relationships/image" Target="../media/image2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5249-5062-4C84-4DA7-DCD269B3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Gradient Descent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1E9F955-8DF3-D3DC-0111-C37AE0525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8325"/>
            <a:ext cx="12830414" cy="423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2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E92A-2748-DB83-B518-703CC31A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Convexity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B9CEFB5-4621-DDD1-86CE-99AF6A854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78026"/>
            <a:ext cx="12068175" cy="3015818"/>
          </a:xfrm>
          <a:prstGeom prst="rect">
            <a:avLst/>
          </a:prstGeom>
        </p:spPr>
      </p:pic>
      <p:pic>
        <p:nvPicPr>
          <p:cNvPr id="7" name="Picture 6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21EFFA70-86E7-F358-814F-18116EACB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959" y="700088"/>
            <a:ext cx="2095500" cy="1981200"/>
          </a:xfrm>
          <a:prstGeom prst="rect">
            <a:avLst/>
          </a:prstGeom>
        </p:spPr>
      </p:pic>
      <p:pic>
        <p:nvPicPr>
          <p:cNvPr id="9" name="Picture 8" descr="A picture containing text, clock, clipart&#10;&#10;Description automatically generated">
            <a:extLst>
              <a:ext uri="{FF2B5EF4-FFF2-40B4-BE49-F238E27FC236}">
                <a16:creationId xmlns:a16="http://schemas.microsoft.com/office/drawing/2014/main" id="{E7D8ADE4-4960-40D9-8E0C-BDC972A97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989" y="652463"/>
            <a:ext cx="2200275" cy="2076450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AA318652-97B4-1132-31C6-6E12EECAA0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087" y="4572000"/>
            <a:ext cx="4508913" cy="2286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4544C8F-1A95-1968-26A8-05159F37A35A}"/>
                  </a:ext>
                </a:extLst>
              </p14:cNvPr>
              <p14:cNvContentPartPr/>
              <p14:nvPr/>
            </p14:nvContentPartPr>
            <p14:xfrm>
              <a:off x="2977690" y="2553210"/>
              <a:ext cx="729000" cy="25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4544C8F-1A95-1968-26A8-05159F37A3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0050" y="2535210"/>
                <a:ext cx="764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F5AFA35-5608-4734-3CFF-322424D8F920}"/>
                  </a:ext>
                </a:extLst>
              </p14:cNvPr>
              <p14:cNvContentPartPr/>
              <p14:nvPr/>
            </p14:nvContentPartPr>
            <p14:xfrm>
              <a:off x="5175130" y="2482290"/>
              <a:ext cx="631080" cy="38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F5AFA35-5608-4734-3CFF-322424D8F92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57490" y="2464650"/>
                <a:ext cx="6667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930F472-BE3C-63D2-DCDA-70022A475732}"/>
                  </a:ext>
                </a:extLst>
              </p14:cNvPr>
              <p14:cNvContentPartPr/>
              <p14:nvPr/>
            </p14:nvContentPartPr>
            <p14:xfrm>
              <a:off x="7308490" y="2107890"/>
              <a:ext cx="36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930F472-BE3C-63D2-DCDA-70022A4757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90490" y="208989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D1F37D5-5D29-B3C5-2500-F34D4477F73C}"/>
                  </a:ext>
                </a:extLst>
              </p14:cNvPr>
              <p14:cNvContentPartPr/>
              <p14:nvPr/>
            </p14:nvContentPartPr>
            <p14:xfrm>
              <a:off x="8375530" y="1422450"/>
              <a:ext cx="360" cy="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D1F37D5-5D29-B3C5-2500-F34D4477F7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57530" y="140445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5E1AF2A-B464-C8D6-8F83-472BDBA5B1DB}"/>
                  </a:ext>
                </a:extLst>
              </p14:cNvPr>
              <p14:cNvContentPartPr/>
              <p14:nvPr/>
            </p14:nvContentPartPr>
            <p14:xfrm>
              <a:off x="7334050" y="2107890"/>
              <a:ext cx="36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5E1AF2A-B464-C8D6-8F83-472BDBA5B1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16050" y="208989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B321C6F-4EB0-D993-E009-F7433FE62D97}"/>
                  </a:ext>
                </a:extLst>
              </p14:cNvPr>
              <p14:cNvContentPartPr/>
              <p14:nvPr/>
            </p14:nvContentPartPr>
            <p14:xfrm>
              <a:off x="10623370" y="2342970"/>
              <a:ext cx="360" cy="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B321C6F-4EB0-D993-E009-F7433FE62D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05730" y="232533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FBDC6C1-9BE3-89C1-CC10-2EB812F63BE0}"/>
                  </a:ext>
                </a:extLst>
              </p14:cNvPr>
              <p14:cNvContentPartPr/>
              <p14:nvPr/>
            </p14:nvContentPartPr>
            <p14:xfrm>
              <a:off x="10604290" y="2298330"/>
              <a:ext cx="360" cy="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FBDC6C1-9BE3-89C1-CC10-2EB812F63B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86290" y="228069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D6F92D57-E492-5020-9709-0819C4C58DEB}"/>
              </a:ext>
            </a:extLst>
          </p:cNvPr>
          <p:cNvGrpSpPr/>
          <p:nvPr/>
        </p:nvGrpSpPr>
        <p:grpSpPr>
          <a:xfrm>
            <a:off x="11226730" y="1612890"/>
            <a:ext cx="51120" cy="19080"/>
            <a:chOff x="11226730" y="1612890"/>
            <a:chExt cx="51120" cy="1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BF8FE97-B952-8435-569E-5301C55D1A94}"/>
                    </a:ext>
                  </a:extLst>
                </p14:cNvPr>
                <p14:cNvContentPartPr/>
                <p14:nvPr/>
              </p14:nvContentPartPr>
              <p14:xfrm>
                <a:off x="11277490" y="1631610"/>
                <a:ext cx="3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BF8FE97-B952-8435-569E-5301C55D1A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59850" y="161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D650F7-3C3D-2E85-04FF-094251549870}"/>
                    </a:ext>
                  </a:extLst>
                </p14:cNvPr>
                <p14:cNvContentPartPr/>
                <p14:nvPr/>
              </p14:nvContentPartPr>
              <p14:xfrm>
                <a:off x="11226730" y="1612890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D650F7-3C3D-2E85-04FF-09425154987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09090" y="15952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3805B9F-6CB1-279D-E214-7E03E8CC7B05}"/>
                  </a:ext>
                </a:extLst>
              </p14:cNvPr>
              <p14:cNvContentPartPr/>
              <p14:nvPr/>
            </p14:nvContentPartPr>
            <p14:xfrm>
              <a:off x="5276650" y="3765330"/>
              <a:ext cx="1026360" cy="453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3805B9F-6CB1-279D-E214-7E03E8CC7B0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58650" y="3747330"/>
                <a:ext cx="10620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5D76761-FED4-D070-9EFD-13DDAC116B29}"/>
                  </a:ext>
                </a:extLst>
              </p14:cNvPr>
              <p14:cNvContentPartPr/>
              <p14:nvPr/>
            </p14:nvContentPartPr>
            <p14:xfrm>
              <a:off x="8597650" y="3758490"/>
              <a:ext cx="645120" cy="208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5D76761-FED4-D070-9EFD-13DDAC116B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80010" y="3740850"/>
                <a:ext cx="680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0E01DD5-992E-C22F-07D1-03B15E6CB2D4}"/>
                  </a:ext>
                </a:extLst>
              </p14:cNvPr>
              <p14:cNvContentPartPr/>
              <p14:nvPr/>
            </p14:nvContentPartPr>
            <p14:xfrm>
              <a:off x="9258250" y="6686370"/>
              <a:ext cx="157320" cy="173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0E01DD5-992E-C22F-07D1-03B15E6CB2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0250" y="6668370"/>
                <a:ext cx="19296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D4FA453-38B1-2C18-460E-B04110FB9CCF}"/>
              </a:ext>
            </a:extLst>
          </p:cNvPr>
          <p:cNvGrpSpPr/>
          <p:nvPr/>
        </p:nvGrpSpPr>
        <p:grpSpPr>
          <a:xfrm>
            <a:off x="8461210" y="6683850"/>
            <a:ext cx="875880" cy="154800"/>
            <a:chOff x="8461210" y="6683850"/>
            <a:chExt cx="87588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648D7E5-570E-16D5-29A6-79EAD9217E1C}"/>
                    </a:ext>
                  </a:extLst>
                </p14:cNvPr>
                <p14:cNvContentPartPr/>
                <p14:nvPr/>
              </p14:nvContentPartPr>
              <p14:xfrm>
                <a:off x="8521330" y="6711570"/>
                <a:ext cx="70200" cy="114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648D7E5-570E-16D5-29A6-79EAD9217E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03690" y="6693930"/>
                  <a:ext cx="105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A08B577-52DB-398C-42EC-D7C1E44FC5C0}"/>
                    </a:ext>
                  </a:extLst>
                </p14:cNvPr>
                <p14:cNvContentPartPr/>
                <p14:nvPr/>
              </p14:nvContentPartPr>
              <p14:xfrm>
                <a:off x="8461210" y="6683850"/>
                <a:ext cx="162360" cy="1548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A08B577-52DB-398C-42EC-D7C1E44FC5C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43570" y="6666210"/>
                  <a:ext cx="198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642393B-5CC9-4E66-D8F2-E2C2F1677BED}"/>
                    </a:ext>
                  </a:extLst>
                </p14:cNvPr>
                <p14:cNvContentPartPr/>
                <p14:nvPr/>
              </p14:nvContentPartPr>
              <p14:xfrm>
                <a:off x="8572450" y="6685650"/>
                <a:ext cx="764640" cy="65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642393B-5CC9-4E66-D8F2-E2C2F1677B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54450" y="6667650"/>
                  <a:ext cx="80028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AE0B5B7-CC37-6C04-7317-B01EA55F6CE8}"/>
                  </a:ext>
                </a:extLst>
              </p14:cNvPr>
              <p14:cNvContentPartPr/>
              <p14:nvPr/>
            </p14:nvContentPartPr>
            <p14:xfrm>
              <a:off x="8928130" y="6158970"/>
              <a:ext cx="37440" cy="162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AE0B5B7-CC37-6C04-7317-B01EA55F6CE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10130" y="6141330"/>
                <a:ext cx="730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FBEF9FC-7A7E-8A75-434A-88CD4BB10A00}"/>
                  </a:ext>
                </a:extLst>
              </p14:cNvPr>
              <p14:cNvContentPartPr/>
              <p14:nvPr/>
            </p14:nvContentPartPr>
            <p14:xfrm>
              <a:off x="8934250" y="6673770"/>
              <a:ext cx="360" cy="3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FBEF9FC-7A7E-8A75-434A-88CD4BB10A0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6250" y="665577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86ED014-302D-608E-E4C3-ECE094C3D6BC}"/>
                  </a:ext>
                </a:extLst>
              </p14:cNvPr>
              <p14:cNvContentPartPr/>
              <p14:nvPr/>
            </p14:nvContentPartPr>
            <p14:xfrm>
              <a:off x="8940370" y="6146730"/>
              <a:ext cx="360" cy="3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86ED014-302D-608E-E4C3-ECE094C3D6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22730" y="612873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7CAC5EB-E40D-63BC-7D7C-1F6CCCB81FB5}"/>
                  </a:ext>
                </a:extLst>
              </p14:cNvPr>
              <p14:cNvContentPartPr/>
              <p14:nvPr/>
            </p14:nvContentPartPr>
            <p14:xfrm>
              <a:off x="8889610" y="6019290"/>
              <a:ext cx="360" cy="3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7CAC5EB-E40D-63BC-7D7C-1F6CCCB81F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71610" y="600165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FD42F03A-134A-5E56-F7A7-704B9FD2BA72}"/>
                  </a:ext>
                </a:extLst>
              </p14:cNvPr>
              <p14:cNvContentPartPr/>
              <p14:nvPr/>
            </p14:nvContentPartPr>
            <p14:xfrm>
              <a:off x="8115250" y="6321690"/>
              <a:ext cx="111960" cy="219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FD42F03A-134A-5E56-F7A7-704B9FD2BA7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97610" y="6304050"/>
                <a:ext cx="14760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5114072-5357-1340-5DC9-FC9EA0A7F5FA}"/>
              </a:ext>
            </a:extLst>
          </p:cNvPr>
          <p:cNvGrpSpPr/>
          <p:nvPr/>
        </p:nvGrpSpPr>
        <p:grpSpPr>
          <a:xfrm>
            <a:off x="7492810" y="5505210"/>
            <a:ext cx="807120" cy="497160"/>
            <a:chOff x="7492810" y="5505210"/>
            <a:chExt cx="807120" cy="49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89515C2-ACEB-D9BB-5CBB-AC5A4FE89665}"/>
                    </a:ext>
                  </a:extLst>
                </p14:cNvPr>
                <p14:cNvContentPartPr/>
                <p14:nvPr/>
              </p14:nvContentPartPr>
              <p14:xfrm>
                <a:off x="8140450" y="5702130"/>
                <a:ext cx="159480" cy="44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89515C2-ACEB-D9BB-5CBB-AC5A4FE8966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22450" y="5684490"/>
                  <a:ext cx="195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F87CAC6-704D-4AF5-A85B-70F02482A7C0}"/>
                    </a:ext>
                  </a:extLst>
                </p14:cNvPr>
                <p14:cNvContentPartPr/>
                <p14:nvPr/>
              </p14:nvContentPartPr>
              <p14:xfrm>
                <a:off x="7606570" y="5536890"/>
                <a:ext cx="115200" cy="293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F87CAC6-704D-4AF5-A85B-70F02482A7C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88570" y="5518890"/>
                  <a:ext cx="150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DB2861-F7CF-E22D-0A51-32D1F75D02A1}"/>
                    </a:ext>
                  </a:extLst>
                </p14:cNvPr>
                <p14:cNvContentPartPr/>
                <p14:nvPr/>
              </p14:nvContentPartPr>
              <p14:xfrm>
                <a:off x="7492810" y="5708250"/>
                <a:ext cx="120600" cy="68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DB2861-F7CF-E22D-0A51-32D1F75D02A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74810" y="5690250"/>
                  <a:ext cx="156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91929B4-0C91-1B0C-F1C2-7556692CDE0A}"/>
                    </a:ext>
                  </a:extLst>
                </p14:cNvPr>
                <p14:cNvContentPartPr/>
                <p14:nvPr/>
              </p14:nvContentPartPr>
              <p14:xfrm>
                <a:off x="7707730" y="5505210"/>
                <a:ext cx="115920" cy="391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91929B4-0C91-1B0C-F1C2-7556692CDE0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89730" y="5487570"/>
                  <a:ext cx="1515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5FD05B9-72EA-2F9A-8125-60D512382B6A}"/>
                    </a:ext>
                  </a:extLst>
                </p14:cNvPr>
                <p14:cNvContentPartPr/>
                <p14:nvPr/>
              </p14:nvContentPartPr>
              <p14:xfrm>
                <a:off x="7803850" y="5739930"/>
                <a:ext cx="130320" cy="2624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5FD05B9-72EA-2F9A-8125-60D512382B6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85850" y="5722290"/>
                  <a:ext cx="165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A1EE7D1-1F62-2520-F25E-A6521FE4A3AF}"/>
                    </a:ext>
                  </a:extLst>
                </p14:cNvPr>
                <p14:cNvContentPartPr/>
                <p14:nvPr/>
              </p14:nvContentPartPr>
              <p14:xfrm>
                <a:off x="7930930" y="5588010"/>
                <a:ext cx="64800" cy="3214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A1EE7D1-1F62-2520-F25E-A6521FE4A3A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913290" y="5570010"/>
                  <a:ext cx="100440" cy="35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574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116938-ECEE-C2BD-0C89-08BBCD111AF7}"/>
                  </a:ext>
                </a:extLst>
              </p14:cNvPr>
              <p14:cNvContentPartPr/>
              <p14:nvPr/>
            </p14:nvContentPartPr>
            <p14:xfrm>
              <a:off x="3917650" y="551970"/>
              <a:ext cx="96120" cy="5033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116938-ECEE-C2BD-0C89-08BBCD111A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0010" y="534330"/>
                <a:ext cx="131760" cy="50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9A879C-B211-D682-47B7-9A423110CB39}"/>
                  </a:ext>
                </a:extLst>
              </p14:cNvPr>
              <p14:cNvContentPartPr/>
              <p14:nvPr/>
            </p14:nvContentPartPr>
            <p14:xfrm>
              <a:off x="3333370" y="4476330"/>
              <a:ext cx="5354280" cy="141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9A879C-B211-D682-47B7-9A423110CB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5730" y="4458690"/>
                <a:ext cx="53899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46E12DA-5875-2629-4D90-C2887107994E}"/>
                  </a:ext>
                </a:extLst>
              </p14:cNvPr>
              <p14:cNvContentPartPr/>
              <p14:nvPr/>
            </p14:nvContentPartPr>
            <p14:xfrm>
              <a:off x="3548650" y="203130"/>
              <a:ext cx="250920" cy="545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46E12DA-5875-2629-4D90-C288710799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0650" y="185130"/>
                <a:ext cx="28656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8C86F2C-11BD-001A-064A-F013FC47B275}"/>
                  </a:ext>
                </a:extLst>
              </p14:cNvPr>
              <p14:cNvContentPartPr/>
              <p14:nvPr/>
            </p14:nvContentPartPr>
            <p14:xfrm>
              <a:off x="5959930" y="2652210"/>
              <a:ext cx="126000" cy="162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8C86F2C-11BD-001A-064A-F013FC47B2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42290" y="2634570"/>
                <a:ext cx="1616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06E1978-B2D8-D95A-88C0-C3D624DF2F92}"/>
                  </a:ext>
                </a:extLst>
              </p14:cNvPr>
              <p14:cNvContentPartPr/>
              <p14:nvPr/>
            </p14:nvContentPartPr>
            <p14:xfrm>
              <a:off x="5949490" y="6139890"/>
              <a:ext cx="197640" cy="262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06E1978-B2D8-D95A-88C0-C3D624DF2F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1850" y="6121890"/>
                <a:ext cx="2332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7CE0C56-E879-C6BB-1094-748EE6149AA4}"/>
                  </a:ext>
                </a:extLst>
              </p14:cNvPr>
              <p14:cNvContentPartPr/>
              <p14:nvPr/>
            </p14:nvContentPartPr>
            <p14:xfrm>
              <a:off x="5988010" y="6311610"/>
              <a:ext cx="165600" cy="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7CE0C56-E879-C6BB-1094-748EE6149AA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70010" y="6293970"/>
                <a:ext cx="2012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3CC55EC9-5B95-2FE2-AB77-0FE64A77368F}"/>
              </a:ext>
            </a:extLst>
          </p:cNvPr>
          <p:cNvGrpSpPr/>
          <p:nvPr/>
        </p:nvGrpSpPr>
        <p:grpSpPr>
          <a:xfrm>
            <a:off x="8413330" y="6007050"/>
            <a:ext cx="289080" cy="350280"/>
            <a:chOff x="8413330" y="6007050"/>
            <a:chExt cx="28908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DFA7FB3-4CA5-4039-07B0-C742E2674310}"/>
                    </a:ext>
                  </a:extLst>
                </p14:cNvPr>
                <p14:cNvContentPartPr/>
                <p14:nvPr/>
              </p14:nvContentPartPr>
              <p14:xfrm>
                <a:off x="8534290" y="6007050"/>
                <a:ext cx="26280" cy="350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DFA7FB3-4CA5-4039-07B0-C742E26743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16650" y="5989050"/>
                  <a:ext cx="619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6742A43-3E60-E5FD-D4FB-B86533C2A8C2}"/>
                    </a:ext>
                  </a:extLst>
                </p14:cNvPr>
                <p14:cNvContentPartPr/>
                <p14:nvPr/>
              </p14:nvContentPartPr>
              <p14:xfrm>
                <a:off x="8413330" y="6095610"/>
                <a:ext cx="289080" cy="64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6742A43-3E60-E5FD-D4FB-B86533C2A8C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95690" y="6077610"/>
                  <a:ext cx="32472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D88BC583-0453-FF95-FA93-65BAC7261015}"/>
                  </a:ext>
                </a:extLst>
              </p14:cNvPr>
              <p14:cNvContentPartPr/>
              <p14:nvPr/>
            </p14:nvContentPartPr>
            <p14:xfrm>
              <a:off x="9664330" y="1577970"/>
              <a:ext cx="293040" cy="5511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D88BC583-0453-FF95-FA93-65BAC72610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46690" y="1560330"/>
                <a:ext cx="32868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AB3DC1DE-8E69-FE33-757A-DFEF7F56BF90}"/>
                  </a:ext>
                </a:extLst>
              </p14:cNvPr>
              <p14:cNvContentPartPr/>
              <p14:nvPr/>
            </p14:nvContentPartPr>
            <p14:xfrm>
              <a:off x="10126570" y="1612170"/>
              <a:ext cx="217800" cy="5338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AB3DC1DE-8E69-FE33-757A-DFEF7F56BF9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08570" y="1594170"/>
                <a:ext cx="2534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F27E9931-86A1-0B2D-64CB-23A42E9CAA52}"/>
                  </a:ext>
                </a:extLst>
              </p14:cNvPr>
              <p14:cNvContentPartPr/>
              <p14:nvPr/>
            </p14:nvContentPartPr>
            <p14:xfrm>
              <a:off x="10064650" y="1923570"/>
              <a:ext cx="267840" cy="3852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F27E9931-86A1-0B2D-64CB-23A42E9CAA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47010" y="1905930"/>
                <a:ext cx="3034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236E1051-D1D3-26E8-B041-629045C02FF6}"/>
                  </a:ext>
                </a:extLst>
              </p14:cNvPr>
              <p14:cNvContentPartPr/>
              <p14:nvPr/>
            </p14:nvContentPartPr>
            <p14:xfrm>
              <a:off x="9810850" y="2196450"/>
              <a:ext cx="657000" cy="4536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236E1051-D1D3-26E8-B041-629045C02F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92850" y="2178450"/>
                <a:ext cx="6926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50387C1C-B1BF-68D5-5446-D1119E38FA60}"/>
                  </a:ext>
                </a:extLst>
              </p14:cNvPr>
              <p14:cNvContentPartPr/>
              <p14:nvPr/>
            </p14:nvContentPartPr>
            <p14:xfrm>
              <a:off x="9912010" y="2444130"/>
              <a:ext cx="204480" cy="33840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50387C1C-B1BF-68D5-5446-D1119E38FA6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894370" y="2426490"/>
                <a:ext cx="2401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49E510F-1098-3143-E34F-5A5727CA6E1D}"/>
                  </a:ext>
                </a:extLst>
              </p14:cNvPr>
              <p14:cNvContentPartPr/>
              <p14:nvPr/>
            </p14:nvContentPartPr>
            <p14:xfrm>
              <a:off x="10051690" y="2641410"/>
              <a:ext cx="33840" cy="3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49E510F-1098-3143-E34F-5A5727CA6E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34050" y="2623770"/>
                <a:ext cx="69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8535581F-E5DF-D957-4C16-8C5D31494B0B}"/>
                  </a:ext>
                </a:extLst>
              </p14:cNvPr>
              <p14:cNvContentPartPr/>
              <p14:nvPr/>
            </p14:nvContentPartPr>
            <p14:xfrm>
              <a:off x="10261570" y="2565090"/>
              <a:ext cx="181800" cy="31392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8535581F-E5DF-D957-4C16-8C5D31494B0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43570" y="2547450"/>
                <a:ext cx="2174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F47254B3-C112-C2EF-67C2-3457950049C2}"/>
                  </a:ext>
                </a:extLst>
              </p14:cNvPr>
              <p14:cNvContentPartPr/>
              <p14:nvPr/>
            </p14:nvContentPartPr>
            <p14:xfrm>
              <a:off x="10241410" y="2571570"/>
              <a:ext cx="179640" cy="29592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F47254B3-C112-C2EF-67C2-3457950049C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23410" y="2553570"/>
                <a:ext cx="215280" cy="33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" name="Group 327">
            <a:extLst>
              <a:ext uri="{FF2B5EF4-FFF2-40B4-BE49-F238E27FC236}">
                <a16:creationId xmlns:a16="http://schemas.microsoft.com/office/drawing/2014/main" id="{673B41BC-02E0-F79E-A58B-AA6FE001705A}"/>
              </a:ext>
            </a:extLst>
          </p:cNvPr>
          <p:cNvGrpSpPr/>
          <p:nvPr/>
        </p:nvGrpSpPr>
        <p:grpSpPr>
          <a:xfrm>
            <a:off x="10699690" y="1307970"/>
            <a:ext cx="1372320" cy="2168640"/>
            <a:chOff x="10699690" y="1307970"/>
            <a:chExt cx="1372320" cy="21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3600C43-4E00-3113-5645-CCCD26BFB46A}"/>
                    </a:ext>
                  </a:extLst>
                </p14:cNvPr>
                <p14:cNvContentPartPr/>
                <p14:nvPr/>
              </p14:nvContentPartPr>
              <p14:xfrm>
                <a:off x="10699690" y="1307970"/>
                <a:ext cx="165600" cy="18741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3600C43-4E00-3113-5645-CCCD26BFB46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82050" y="1290330"/>
                  <a:ext cx="201240" cy="19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36C2960-5CE4-EF95-5F12-CA0422EE4950}"/>
                    </a:ext>
                  </a:extLst>
                </p14:cNvPr>
                <p14:cNvContentPartPr/>
                <p14:nvPr/>
              </p14:nvContentPartPr>
              <p14:xfrm>
                <a:off x="10978690" y="3029130"/>
                <a:ext cx="89640" cy="2826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36C2960-5CE4-EF95-5F12-CA0422EE495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60690" y="3011130"/>
                  <a:ext cx="1252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F8BF269-2707-363B-2073-D45FD1D94524}"/>
                    </a:ext>
                  </a:extLst>
                </p14:cNvPr>
                <p14:cNvContentPartPr/>
                <p14:nvPr/>
              </p14:nvContentPartPr>
              <p14:xfrm>
                <a:off x="11118730" y="3130290"/>
                <a:ext cx="62640" cy="558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F8BF269-2707-363B-2073-D45FD1D9452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01090" y="3112290"/>
                  <a:ext cx="98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A229F4CE-0EA9-0BF7-7242-EC73F8A50091}"/>
                    </a:ext>
                  </a:extLst>
                </p14:cNvPr>
                <p14:cNvContentPartPr/>
                <p14:nvPr/>
              </p14:nvContentPartPr>
              <p14:xfrm>
                <a:off x="11188210" y="3200490"/>
                <a:ext cx="96480" cy="122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A229F4CE-0EA9-0BF7-7242-EC73F8A500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70570" y="3182490"/>
                  <a:ext cx="132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CE3BEB7-A9F9-C549-03AE-71F82D567684}"/>
                    </a:ext>
                  </a:extLst>
                </p14:cNvPr>
                <p14:cNvContentPartPr/>
                <p14:nvPr/>
              </p14:nvContentPartPr>
              <p14:xfrm>
                <a:off x="11142850" y="3029130"/>
                <a:ext cx="135360" cy="3272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CE3BEB7-A9F9-C549-03AE-71F82D5676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24850" y="3011130"/>
                  <a:ext cx="171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7EA94E9-7374-DDC7-BF89-67CB3BAA5A4C}"/>
                    </a:ext>
                  </a:extLst>
                </p14:cNvPr>
                <p14:cNvContentPartPr/>
                <p14:nvPr/>
              </p14:nvContentPartPr>
              <p14:xfrm>
                <a:off x="11377570" y="3282570"/>
                <a:ext cx="60120" cy="1663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7EA94E9-7374-DDC7-BF89-67CB3BAA5A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59930" y="3264930"/>
                  <a:ext cx="9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5C3470D-A4E6-DA6B-3D46-8E8951ACDBA1}"/>
                    </a:ext>
                  </a:extLst>
                </p14:cNvPr>
                <p14:cNvContentPartPr/>
                <p14:nvPr/>
              </p14:nvContentPartPr>
              <p14:xfrm>
                <a:off x="11442370" y="3276810"/>
                <a:ext cx="7200" cy="496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5C3470D-A4E6-DA6B-3D46-8E8951ACDB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24370" y="3258810"/>
                  <a:ext cx="42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66CC846-F5B8-A7D7-60AF-962E4537E14F}"/>
                    </a:ext>
                  </a:extLst>
                </p14:cNvPr>
                <p14:cNvContentPartPr/>
                <p14:nvPr/>
              </p14:nvContentPartPr>
              <p14:xfrm>
                <a:off x="11556490" y="3301650"/>
                <a:ext cx="19440" cy="1749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66CC846-F5B8-A7D7-60AF-962E4537E1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538850" y="3283650"/>
                  <a:ext cx="55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BFBC1F1-C939-D1FD-728E-DB0423B24DB2}"/>
                    </a:ext>
                  </a:extLst>
                </p14:cNvPr>
                <p14:cNvContentPartPr/>
                <p14:nvPr/>
              </p14:nvContentPartPr>
              <p14:xfrm>
                <a:off x="11658370" y="3047850"/>
                <a:ext cx="115200" cy="4035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BFBC1F1-C939-D1FD-728E-DB0423B24D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40370" y="3029850"/>
                  <a:ext cx="1508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E2BED1C-3C68-CC3B-7BAD-93DC33E8D238}"/>
                    </a:ext>
                  </a:extLst>
                </p14:cNvPr>
                <p14:cNvContentPartPr/>
                <p14:nvPr/>
              </p14:nvContentPartPr>
              <p14:xfrm>
                <a:off x="11898130" y="3326850"/>
                <a:ext cx="66960" cy="1173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E2BED1C-3C68-CC3B-7BAD-93DC33E8D2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880130" y="3309210"/>
                  <a:ext cx="102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9D443BF-0112-9EB5-C549-1A3AF3877855}"/>
                    </a:ext>
                  </a:extLst>
                </p14:cNvPr>
                <p14:cNvContentPartPr/>
                <p14:nvPr/>
              </p14:nvContentPartPr>
              <p14:xfrm>
                <a:off x="11944210" y="3057570"/>
                <a:ext cx="127800" cy="3452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9D443BF-0112-9EB5-C549-1A3AF38778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926570" y="3039930"/>
                  <a:ext cx="16344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9BAFA7CE-896B-518D-8C10-85B27153C69F}"/>
              </a:ext>
            </a:extLst>
          </p:cNvPr>
          <p:cNvGrpSpPr/>
          <p:nvPr/>
        </p:nvGrpSpPr>
        <p:grpSpPr>
          <a:xfrm>
            <a:off x="5274490" y="3168810"/>
            <a:ext cx="1190520" cy="787320"/>
            <a:chOff x="5274490" y="3168810"/>
            <a:chExt cx="119052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0E1BABF-1464-25EB-628A-FB5D940C8901}"/>
                    </a:ext>
                  </a:extLst>
                </p14:cNvPr>
                <p14:cNvContentPartPr/>
                <p14:nvPr/>
              </p14:nvContentPartPr>
              <p14:xfrm>
                <a:off x="5274490" y="3168810"/>
                <a:ext cx="104040" cy="540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0E1BABF-1464-25EB-628A-FB5D940C89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56850" y="3150810"/>
                  <a:ext cx="13968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0B93FA6-9A49-E2C2-03E7-A36E06947265}"/>
                    </a:ext>
                  </a:extLst>
                </p14:cNvPr>
                <p14:cNvContentPartPr/>
                <p14:nvPr/>
              </p14:nvContentPartPr>
              <p14:xfrm>
                <a:off x="5435410" y="3409650"/>
                <a:ext cx="169920" cy="2797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0B93FA6-9A49-E2C2-03E7-A36E069472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17770" y="3391650"/>
                  <a:ext cx="2055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89C735F-F65B-7986-0722-225E4F7F9E16}"/>
                    </a:ext>
                  </a:extLst>
                </p14:cNvPr>
                <p14:cNvContentPartPr/>
                <p14:nvPr/>
              </p14:nvContentPartPr>
              <p14:xfrm>
                <a:off x="5469970" y="3419370"/>
                <a:ext cx="101880" cy="2577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89C735F-F65B-7986-0722-225E4F7F9E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52330" y="3401370"/>
                  <a:ext cx="137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44C55E2-4912-90A2-6232-F87A8C6B6C91}"/>
                    </a:ext>
                  </a:extLst>
                </p14:cNvPr>
                <p14:cNvContentPartPr/>
                <p14:nvPr/>
              </p14:nvContentPartPr>
              <p14:xfrm>
                <a:off x="5700010" y="3593970"/>
                <a:ext cx="75960" cy="1108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44C55E2-4912-90A2-6232-F87A8C6B6C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82010" y="3575970"/>
                  <a:ext cx="111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3672E7-5EC9-0676-E4A6-1C6063151281}"/>
                    </a:ext>
                  </a:extLst>
                </p14:cNvPr>
                <p14:cNvContentPartPr/>
                <p14:nvPr/>
              </p14:nvContentPartPr>
              <p14:xfrm>
                <a:off x="5854450" y="3644730"/>
                <a:ext cx="360" cy="1537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3672E7-5EC9-0676-E4A6-1C60631512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36810" y="3627090"/>
                  <a:ext cx="36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ACFE313-731A-4616-B02F-28851CE61808}"/>
                    </a:ext>
                  </a:extLst>
                </p14:cNvPr>
                <p14:cNvContentPartPr/>
                <p14:nvPr/>
              </p14:nvContentPartPr>
              <p14:xfrm>
                <a:off x="5981530" y="3386970"/>
                <a:ext cx="168120" cy="3268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ACFE313-731A-4616-B02F-28851CE6180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3890" y="3369330"/>
                  <a:ext cx="203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8F2216B-2B2E-2110-69F0-5CBE12148919}"/>
                    </a:ext>
                  </a:extLst>
                </p14:cNvPr>
                <p14:cNvContentPartPr/>
                <p14:nvPr/>
              </p14:nvContentPartPr>
              <p14:xfrm>
                <a:off x="6231010" y="3590010"/>
                <a:ext cx="127440" cy="1594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8F2216B-2B2E-2110-69F0-5CBE1214891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3010" y="3572370"/>
                  <a:ext cx="163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BA8FED3-89E2-D2FC-5027-662ABC524D00}"/>
                    </a:ext>
                  </a:extLst>
                </p14:cNvPr>
                <p14:cNvContentPartPr/>
                <p14:nvPr/>
              </p14:nvContentPartPr>
              <p14:xfrm>
                <a:off x="6328210" y="3384090"/>
                <a:ext cx="22320" cy="3218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BA8FED3-89E2-D2FC-5027-662ABC524D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10210" y="3366450"/>
                  <a:ext cx="57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BCE6314-B37E-9DA2-655F-D9E84743C9C7}"/>
                    </a:ext>
                  </a:extLst>
                </p14:cNvPr>
                <p14:cNvContentPartPr/>
                <p14:nvPr/>
              </p14:nvContentPartPr>
              <p14:xfrm>
                <a:off x="6210130" y="3282930"/>
                <a:ext cx="254880" cy="6732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BCE6314-B37E-9DA2-655F-D9E84743C9C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92490" y="3264930"/>
                  <a:ext cx="290520" cy="70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B2D91C6C-150B-EA41-1F6E-C8A31D1DF61E}"/>
                  </a:ext>
                </a:extLst>
              </p14:cNvPr>
              <p14:cNvContentPartPr/>
              <p14:nvPr/>
            </p14:nvContentPartPr>
            <p14:xfrm>
              <a:off x="6064330" y="2724210"/>
              <a:ext cx="260640" cy="36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B2D91C6C-150B-EA41-1F6E-C8A31D1DF61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46330" y="2706210"/>
                <a:ext cx="2962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Group 342">
            <a:extLst>
              <a:ext uri="{FF2B5EF4-FFF2-40B4-BE49-F238E27FC236}">
                <a16:creationId xmlns:a16="http://schemas.microsoft.com/office/drawing/2014/main" id="{87526644-87C9-8E88-911E-FC9C53500F11}"/>
              </a:ext>
            </a:extLst>
          </p:cNvPr>
          <p:cNvGrpSpPr/>
          <p:nvPr/>
        </p:nvGrpSpPr>
        <p:grpSpPr>
          <a:xfrm>
            <a:off x="6324250" y="2628450"/>
            <a:ext cx="444960" cy="276480"/>
            <a:chOff x="6324250" y="2628450"/>
            <a:chExt cx="44496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59874F5-20AD-A819-21DE-DF88AC77C683}"/>
                    </a:ext>
                  </a:extLst>
                </p14:cNvPr>
                <p14:cNvContentPartPr/>
                <p14:nvPr/>
              </p14:nvContentPartPr>
              <p14:xfrm>
                <a:off x="6324250" y="2724210"/>
                <a:ext cx="423000" cy="406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59874F5-20AD-A819-21DE-DF88AC77C6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06610" y="2706210"/>
                  <a:ext cx="458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42E97E7-598D-AF14-48C3-22AD74A4AC51}"/>
                    </a:ext>
                  </a:extLst>
                </p14:cNvPr>
                <p14:cNvContentPartPr/>
                <p14:nvPr/>
              </p14:nvContentPartPr>
              <p14:xfrm>
                <a:off x="6648610" y="2628450"/>
                <a:ext cx="120600" cy="2764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42E97E7-598D-AF14-48C3-22AD74A4AC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30610" y="2610810"/>
                  <a:ext cx="156240" cy="31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8F349C64-E631-A908-9D46-05110635F2A3}"/>
                  </a:ext>
                </a:extLst>
              </p14:cNvPr>
              <p14:cNvContentPartPr/>
              <p14:nvPr/>
            </p14:nvContentPartPr>
            <p14:xfrm>
              <a:off x="3974890" y="6260850"/>
              <a:ext cx="360" cy="36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8F349C64-E631-A908-9D46-05110635F2A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56890" y="624321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9A95751B-29C9-3630-18FA-456F4D4F362E}"/>
                  </a:ext>
                </a:extLst>
              </p14:cNvPr>
              <p14:cNvContentPartPr/>
              <p14:nvPr/>
            </p14:nvContentPartPr>
            <p14:xfrm>
              <a:off x="8920210" y="6006690"/>
              <a:ext cx="227160" cy="4215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9A95751B-29C9-3630-18FA-456F4D4F362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902570" y="5989050"/>
                <a:ext cx="262800" cy="45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Group 365">
            <a:extLst>
              <a:ext uri="{FF2B5EF4-FFF2-40B4-BE49-F238E27FC236}">
                <a16:creationId xmlns:a16="http://schemas.microsoft.com/office/drawing/2014/main" id="{8DA60E6C-BC75-9075-A5F1-3B624F8D4100}"/>
              </a:ext>
            </a:extLst>
          </p:cNvPr>
          <p:cNvGrpSpPr/>
          <p:nvPr/>
        </p:nvGrpSpPr>
        <p:grpSpPr>
          <a:xfrm>
            <a:off x="2597170" y="5802930"/>
            <a:ext cx="1608120" cy="782280"/>
            <a:chOff x="2597170" y="5802930"/>
            <a:chExt cx="1608120" cy="78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37FF56-08FF-C8B5-37F7-C9D4DA212DCC}"/>
                    </a:ext>
                  </a:extLst>
                </p14:cNvPr>
                <p14:cNvContentPartPr/>
                <p14:nvPr/>
              </p14:nvContentPartPr>
              <p14:xfrm>
                <a:off x="2685730" y="5802930"/>
                <a:ext cx="241920" cy="514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37FF56-08FF-C8B5-37F7-C9D4DA212D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68090" y="5784930"/>
                  <a:ext cx="2775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EED9AA-0244-A79E-86D6-D49D4CCC3260}"/>
                    </a:ext>
                  </a:extLst>
                </p14:cNvPr>
                <p14:cNvContentPartPr/>
                <p14:nvPr/>
              </p14:nvContentPartPr>
              <p14:xfrm>
                <a:off x="2597170" y="6089130"/>
                <a:ext cx="252000" cy="7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EED9AA-0244-A79E-86D6-D49D4CCC326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79170" y="6071130"/>
                  <a:ext cx="287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4B067B-FD7F-3257-986F-6FE22727CE96}"/>
                    </a:ext>
                  </a:extLst>
                </p14:cNvPr>
                <p14:cNvContentPartPr/>
                <p14:nvPr/>
              </p14:nvContentPartPr>
              <p14:xfrm>
                <a:off x="3084970" y="5828130"/>
                <a:ext cx="166320" cy="73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4B067B-FD7F-3257-986F-6FE22727CE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67330" y="5810490"/>
                  <a:ext cx="2019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D07631-9E2B-0152-6E93-897B5B8A491B}"/>
                    </a:ext>
                  </a:extLst>
                </p14:cNvPr>
                <p14:cNvContentPartPr/>
                <p14:nvPr/>
              </p14:nvContentPartPr>
              <p14:xfrm>
                <a:off x="3270010" y="6203970"/>
                <a:ext cx="195120" cy="217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D07631-9E2B-0152-6E93-897B5B8A491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52370" y="6186330"/>
                  <a:ext cx="230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A3E3A4-A40A-598B-D079-E9D7E3A89B32}"/>
                    </a:ext>
                  </a:extLst>
                </p14:cNvPr>
                <p14:cNvContentPartPr/>
                <p14:nvPr/>
              </p14:nvContentPartPr>
              <p14:xfrm>
                <a:off x="3268210" y="6138450"/>
                <a:ext cx="173520" cy="322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A3E3A4-A40A-598B-D079-E9D7E3A89B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50210" y="6120810"/>
                  <a:ext cx="209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34B40A-A532-57D9-F968-6060249ED6E6}"/>
                    </a:ext>
                  </a:extLst>
                </p14:cNvPr>
                <p14:cNvContentPartPr/>
                <p14:nvPr/>
              </p14:nvContentPartPr>
              <p14:xfrm>
                <a:off x="3644410" y="6229170"/>
                <a:ext cx="20160" cy="181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34B40A-A532-57D9-F968-6060249ED6E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26770" y="6211530"/>
                  <a:ext cx="55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712872F-1628-9C92-9BB5-F537E89A745A}"/>
                    </a:ext>
                  </a:extLst>
                </p14:cNvPr>
                <p14:cNvContentPartPr/>
                <p14:nvPr/>
              </p14:nvContentPartPr>
              <p14:xfrm>
                <a:off x="3549370" y="6298650"/>
                <a:ext cx="111600" cy="7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712872F-1628-9C92-9BB5-F537E89A74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31730" y="6280650"/>
                  <a:ext cx="147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454206-7E4A-23AA-7BC1-439790D4BCC6}"/>
                    </a:ext>
                  </a:extLst>
                </p14:cNvPr>
                <p14:cNvContentPartPr/>
                <p14:nvPr/>
              </p14:nvContentPartPr>
              <p14:xfrm>
                <a:off x="3666730" y="6273450"/>
                <a:ext cx="131040" cy="1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D454206-7E4A-23AA-7BC1-439790D4BC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48730" y="6255450"/>
                  <a:ext cx="166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C856198-3A30-9295-53DA-C2E6CCACFB28}"/>
                    </a:ext>
                  </a:extLst>
                </p14:cNvPr>
                <p14:cNvContentPartPr/>
                <p14:nvPr/>
              </p14:nvContentPartPr>
              <p14:xfrm>
                <a:off x="3839170" y="6158610"/>
                <a:ext cx="218520" cy="268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C856198-3A30-9295-53DA-C2E6CCACFB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21530" y="6140970"/>
                  <a:ext cx="254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461FEE-A017-8F45-9D0F-7E5C27B0B52A}"/>
                    </a:ext>
                  </a:extLst>
                </p14:cNvPr>
                <p14:cNvContentPartPr/>
                <p14:nvPr/>
              </p14:nvContentPartPr>
              <p14:xfrm>
                <a:off x="4152730" y="6368850"/>
                <a:ext cx="52560" cy="216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461FEE-A017-8F45-9D0F-7E5C27B0B5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35090" y="6351210"/>
                  <a:ext cx="88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D22ABBD-EA1A-ABC6-B227-63DBDC68C781}"/>
                    </a:ext>
                  </a:extLst>
                </p14:cNvPr>
                <p14:cNvContentPartPr/>
                <p14:nvPr/>
              </p14:nvContentPartPr>
              <p14:xfrm>
                <a:off x="3425890" y="6442650"/>
                <a:ext cx="158400" cy="1076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D22ABBD-EA1A-ABC6-B227-63DBDC68C78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08250" y="6424650"/>
                  <a:ext cx="194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16C6D376-54C5-6AF5-ADF7-4E05F0573B9D}"/>
              </a:ext>
            </a:extLst>
          </p:cNvPr>
          <p:cNvGrpSpPr/>
          <p:nvPr/>
        </p:nvGrpSpPr>
        <p:grpSpPr>
          <a:xfrm>
            <a:off x="4400410" y="5955930"/>
            <a:ext cx="1310760" cy="664920"/>
            <a:chOff x="4400410" y="5955930"/>
            <a:chExt cx="1310760" cy="6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90C9EB3-14D9-E0FF-D8D0-D55680BAF9B9}"/>
                    </a:ext>
                  </a:extLst>
                </p14:cNvPr>
                <p14:cNvContentPartPr/>
                <p14:nvPr/>
              </p14:nvContentPartPr>
              <p14:xfrm>
                <a:off x="4400410" y="6146730"/>
                <a:ext cx="230760" cy="450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90C9EB3-14D9-E0FF-D8D0-D55680BAF9B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82770" y="6128730"/>
                  <a:ext cx="2664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5752966-FE51-FFF1-DDF2-BDF96477591E}"/>
                    </a:ext>
                  </a:extLst>
                </p14:cNvPr>
                <p14:cNvContentPartPr/>
                <p14:nvPr/>
              </p14:nvContentPartPr>
              <p14:xfrm>
                <a:off x="4880650" y="6102090"/>
                <a:ext cx="9360" cy="377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5752966-FE51-FFF1-DDF2-BDF9647759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62650" y="6084090"/>
                  <a:ext cx="450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250D90-4C26-6FEE-D7AC-9E4C80DE4411}"/>
                    </a:ext>
                  </a:extLst>
                </p14:cNvPr>
                <p14:cNvContentPartPr/>
                <p14:nvPr/>
              </p14:nvContentPartPr>
              <p14:xfrm>
                <a:off x="4825930" y="6339330"/>
                <a:ext cx="163800" cy="29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250D90-4C26-6FEE-D7AC-9E4C80DE44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07930" y="6321330"/>
                  <a:ext cx="199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ADBFC31-8F5D-646F-CB26-151A957BB73C}"/>
                    </a:ext>
                  </a:extLst>
                </p14:cNvPr>
                <p14:cNvContentPartPr/>
                <p14:nvPr/>
              </p14:nvContentPartPr>
              <p14:xfrm>
                <a:off x="5097730" y="5981490"/>
                <a:ext cx="306360" cy="567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ADBFC31-8F5D-646F-CB26-151A957BB7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79730" y="5963850"/>
                  <a:ext cx="34200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AD9479F-E689-83E5-629E-4D52736F8AAE}"/>
                    </a:ext>
                  </a:extLst>
                </p14:cNvPr>
                <p14:cNvContentPartPr/>
                <p14:nvPr/>
              </p14:nvContentPartPr>
              <p14:xfrm>
                <a:off x="5594170" y="5955930"/>
                <a:ext cx="117000" cy="657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AD9479F-E689-83E5-629E-4D52736F8A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76530" y="5938290"/>
                  <a:ext cx="15264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4FD9A58E-D330-2399-0859-570C2F6FA35B}"/>
                    </a:ext>
                  </a:extLst>
                </p14:cNvPr>
                <p14:cNvContentPartPr/>
                <p14:nvPr/>
              </p14:nvContentPartPr>
              <p14:xfrm>
                <a:off x="4633330" y="6480810"/>
                <a:ext cx="75960" cy="1400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4FD9A58E-D330-2399-0859-570C2F6FA35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15690" y="6462810"/>
                  <a:ext cx="11160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033A18F-3CA9-DA16-076B-6FB89AE732C2}"/>
                  </a:ext>
                </a:extLst>
              </p14:cNvPr>
              <p14:cNvContentPartPr/>
              <p14:nvPr/>
            </p14:nvContentPartPr>
            <p14:xfrm>
              <a:off x="6557890" y="5859090"/>
              <a:ext cx="211320" cy="7311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033A18F-3CA9-DA16-076B-6FB89AE732C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539890" y="5841450"/>
                <a:ext cx="246960" cy="76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1E96500-C984-1EF3-8318-2FD0F55E398B}"/>
                  </a:ext>
                </a:extLst>
              </p14:cNvPr>
              <p14:cNvContentPartPr/>
              <p14:nvPr/>
            </p14:nvContentPartPr>
            <p14:xfrm>
              <a:off x="6565810" y="6245730"/>
              <a:ext cx="210600" cy="727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1E96500-C984-1EF3-8318-2FD0F55E398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48170" y="6227730"/>
                <a:ext cx="24624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Group 372">
            <a:extLst>
              <a:ext uri="{FF2B5EF4-FFF2-40B4-BE49-F238E27FC236}">
                <a16:creationId xmlns:a16="http://schemas.microsoft.com/office/drawing/2014/main" id="{6CCC2199-C77A-0AA8-9315-E6A1F24F5DD1}"/>
              </a:ext>
            </a:extLst>
          </p:cNvPr>
          <p:cNvGrpSpPr/>
          <p:nvPr/>
        </p:nvGrpSpPr>
        <p:grpSpPr>
          <a:xfrm>
            <a:off x="6996730" y="5835690"/>
            <a:ext cx="1155240" cy="847080"/>
            <a:chOff x="6996730" y="5835690"/>
            <a:chExt cx="1155240" cy="84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8C6BDBA-F9BC-7D39-78E6-F08E45856D88}"/>
                    </a:ext>
                  </a:extLst>
                </p14:cNvPr>
                <p14:cNvContentPartPr/>
                <p14:nvPr/>
              </p14:nvContentPartPr>
              <p14:xfrm>
                <a:off x="6996730" y="5879610"/>
                <a:ext cx="140760" cy="748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8C6BDBA-F9BC-7D39-78E6-F08E45856D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78730" y="5861970"/>
                  <a:ext cx="17640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D419086-39CB-F4EB-4E33-FA72E8985AA3}"/>
                    </a:ext>
                  </a:extLst>
                </p14:cNvPr>
                <p14:cNvContentPartPr/>
                <p14:nvPr/>
              </p14:nvContentPartPr>
              <p14:xfrm>
                <a:off x="7194370" y="6171930"/>
                <a:ext cx="212760" cy="326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D419086-39CB-F4EB-4E33-FA72E8985A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76370" y="6154290"/>
                  <a:ext cx="2484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9599B03-ADFE-882D-7804-60A310CD2B79}"/>
                    </a:ext>
                  </a:extLst>
                </p14:cNvPr>
                <p14:cNvContentPartPr/>
                <p14:nvPr/>
              </p14:nvContentPartPr>
              <p14:xfrm>
                <a:off x="7201930" y="6178410"/>
                <a:ext cx="202320" cy="346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9599B03-ADFE-882D-7804-60A310CD2B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84290" y="6160410"/>
                  <a:ext cx="2379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F4A2D9A-B2B6-9701-E012-0F9B9267D81E}"/>
                    </a:ext>
                  </a:extLst>
                </p14:cNvPr>
                <p14:cNvContentPartPr/>
                <p14:nvPr/>
              </p14:nvContentPartPr>
              <p14:xfrm>
                <a:off x="7473730" y="6349770"/>
                <a:ext cx="58320" cy="239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F4A2D9A-B2B6-9701-E012-0F9B9267D8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55730" y="6331770"/>
                  <a:ext cx="93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E67BC10-2311-A680-D3AB-EBFC4EC9019A}"/>
                    </a:ext>
                  </a:extLst>
                </p14:cNvPr>
                <p14:cNvContentPartPr/>
                <p14:nvPr/>
              </p14:nvContentPartPr>
              <p14:xfrm>
                <a:off x="7734370" y="6146370"/>
                <a:ext cx="219240" cy="432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E67BC10-2311-A680-D3AB-EBFC4EC9019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16370" y="6128370"/>
                  <a:ext cx="2548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F6DCD87-D27B-8920-99F5-C05359C331B7}"/>
                    </a:ext>
                  </a:extLst>
                </p14:cNvPr>
                <p14:cNvContentPartPr/>
                <p14:nvPr/>
              </p14:nvContentPartPr>
              <p14:xfrm>
                <a:off x="7969090" y="5835690"/>
                <a:ext cx="182880" cy="677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F6DCD87-D27B-8920-99F5-C05359C331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51090" y="5817690"/>
                  <a:ext cx="21852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A552628-CA14-B619-5342-23329E003791}"/>
                    </a:ext>
                  </a:extLst>
                </p14:cNvPr>
                <p14:cNvContentPartPr/>
                <p14:nvPr/>
              </p14:nvContentPartPr>
              <p14:xfrm>
                <a:off x="7370770" y="6533730"/>
                <a:ext cx="103680" cy="1490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A552628-CA14-B619-5342-23329E0037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52770" y="6515730"/>
                  <a:ext cx="139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F6F57BE8-0F61-6106-7916-EE99D42A2C44}"/>
                    </a:ext>
                  </a:extLst>
                </p14:cNvPr>
                <p14:cNvContentPartPr/>
                <p14:nvPr/>
              </p14:nvContentPartPr>
              <p14:xfrm>
                <a:off x="7994290" y="6457770"/>
                <a:ext cx="30960" cy="658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F6F57BE8-0F61-6106-7916-EE99D42A2C4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76650" y="6439770"/>
                  <a:ext cx="66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D062B0D-7B5D-0ED8-7DA4-DDC126875FE5}"/>
                    </a:ext>
                  </a:extLst>
                </p14:cNvPr>
                <p14:cNvContentPartPr/>
                <p14:nvPr/>
              </p14:nvContentPartPr>
              <p14:xfrm>
                <a:off x="7898170" y="6474330"/>
                <a:ext cx="115920" cy="1494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D062B0D-7B5D-0ED8-7DA4-DDC126875FE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80530" y="6456690"/>
                  <a:ext cx="15156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95770E7F-2906-BA30-E562-B5101600B4E8}"/>
              </a:ext>
            </a:extLst>
          </p:cNvPr>
          <p:cNvGrpSpPr/>
          <p:nvPr/>
        </p:nvGrpSpPr>
        <p:grpSpPr>
          <a:xfrm>
            <a:off x="8915170" y="3809970"/>
            <a:ext cx="4134170" cy="3147120"/>
            <a:chOff x="8915170" y="3809970"/>
            <a:chExt cx="4134170" cy="31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FCEE69C-C2F4-A8E3-9C5F-943A2AB384CC}"/>
                    </a:ext>
                  </a:extLst>
                </p14:cNvPr>
                <p14:cNvContentPartPr/>
                <p14:nvPr/>
              </p14:nvContentPartPr>
              <p14:xfrm>
                <a:off x="8915170" y="4432050"/>
                <a:ext cx="392400" cy="40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FCEE69C-C2F4-A8E3-9C5F-943A2AB384C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97170" y="4414050"/>
                  <a:ext cx="428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3B4242-FB41-CFF0-65C7-4ED7FF6D6789}"/>
                    </a:ext>
                  </a:extLst>
                </p14:cNvPr>
                <p14:cNvContentPartPr/>
                <p14:nvPr/>
              </p14:nvContentPartPr>
              <p14:xfrm>
                <a:off x="8970250" y="4400370"/>
                <a:ext cx="237600" cy="425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3B4242-FB41-CFF0-65C7-4ED7FF6D678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52250" y="4382370"/>
                  <a:ext cx="2732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590A839-3F81-258C-326D-1A1C5EF5895F}"/>
                    </a:ext>
                  </a:extLst>
                </p14:cNvPr>
                <p14:cNvContentPartPr/>
                <p14:nvPr/>
              </p14:nvContentPartPr>
              <p14:xfrm>
                <a:off x="10051690" y="3928410"/>
                <a:ext cx="390240" cy="6145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590A839-3F81-258C-326D-1A1C5EF589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34050" y="3910770"/>
                  <a:ext cx="42588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90E4B2D-EFCD-4ABA-B52E-5FA826E2A430}"/>
                    </a:ext>
                  </a:extLst>
                </p14:cNvPr>
                <p14:cNvContentPartPr/>
                <p14:nvPr/>
              </p14:nvContentPartPr>
              <p14:xfrm>
                <a:off x="10761610" y="3852090"/>
                <a:ext cx="211680" cy="6930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90E4B2D-EFCD-4ABA-B52E-5FA826E2A43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43610" y="3834090"/>
                  <a:ext cx="24732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2822313-AD2B-58A1-869B-1A81AA487297}"/>
                    </a:ext>
                  </a:extLst>
                </p14:cNvPr>
                <p14:cNvContentPartPr/>
                <p14:nvPr/>
              </p14:nvContentPartPr>
              <p14:xfrm>
                <a:off x="10692850" y="4171770"/>
                <a:ext cx="389160" cy="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2822313-AD2B-58A1-869B-1A81AA4872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75210" y="4154130"/>
                  <a:ext cx="424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AA47D4B-243B-CD37-134B-A9C0E03A8FF3}"/>
                    </a:ext>
                  </a:extLst>
                </p14:cNvPr>
                <p14:cNvContentPartPr/>
                <p14:nvPr/>
              </p14:nvContentPartPr>
              <p14:xfrm>
                <a:off x="10223410" y="4711050"/>
                <a:ext cx="765000" cy="453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AA47D4B-243B-CD37-134B-A9C0E03A8F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05770" y="4693410"/>
                  <a:ext cx="800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2B601A5-1660-5015-A7EB-EA08CE371E8D}"/>
                    </a:ext>
                  </a:extLst>
                </p14:cNvPr>
                <p14:cNvContentPartPr/>
                <p14:nvPr/>
              </p14:nvContentPartPr>
              <p14:xfrm>
                <a:off x="10444090" y="4873410"/>
                <a:ext cx="242640" cy="4446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2B601A5-1660-5015-A7EB-EA08CE371E8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26450" y="4855770"/>
                  <a:ext cx="27828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21E81B7-1C9E-E1EA-713F-71DF46477CA9}"/>
                    </a:ext>
                  </a:extLst>
                </p14:cNvPr>
                <p14:cNvContentPartPr/>
                <p14:nvPr/>
              </p14:nvContentPartPr>
              <p14:xfrm>
                <a:off x="10813810" y="5054490"/>
                <a:ext cx="205560" cy="3564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21E81B7-1C9E-E1EA-713F-71DF46477CA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96170" y="5036850"/>
                  <a:ext cx="2412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DB566A-4D39-3570-431B-D55E88CC15EC}"/>
                    </a:ext>
                  </a:extLst>
                </p14:cNvPr>
                <p14:cNvContentPartPr/>
                <p14:nvPr/>
              </p14:nvContentPartPr>
              <p14:xfrm>
                <a:off x="11283970" y="3809970"/>
                <a:ext cx="128160" cy="15231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DB566A-4D39-3570-431B-D55E88CC15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265970" y="3791970"/>
                  <a:ext cx="163800" cy="15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B131D80-31B3-84BC-2D15-D87DC8A5567F}"/>
                    </a:ext>
                  </a:extLst>
                </p14:cNvPr>
                <p14:cNvContentPartPr/>
                <p14:nvPr/>
              </p14:nvContentPartPr>
              <p14:xfrm>
                <a:off x="11510770" y="5073210"/>
                <a:ext cx="129240" cy="4392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B131D80-31B3-84BC-2D15-D87DC8A556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492770" y="5055570"/>
                  <a:ext cx="16488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011CB38-A134-B274-270A-6AAEA353D823}"/>
                    </a:ext>
                  </a:extLst>
                </p14:cNvPr>
                <p14:cNvContentPartPr/>
                <p14:nvPr/>
              </p14:nvContentPartPr>
              <p14:xfrm>
                <a:off x="11677450" y="5264010"/>
                <a:ext cx="141120" cy="2228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011CB38-A134-B274-270A-6AAEA353D82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659810" y="5246010"/>
                  <a:ext cx="176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6AF2654B-3051-B27B-4A03-9C67E1B57B64}"/>
                    </a:ext>
                  </a:extLst>
                </p14:cNvPr>
                <p14:cNvContentPartPr/>
                <p14:nvPr/>
              </p14:nvContentPartPr>
              <p14:xfrm>
                <a:off x="11702290" y="5261490"/>
                <a:ext cx="96120" cy="1177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6AF2654B-3051-B27B-4A03-9C67E1B57B6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684650" y="5243490"/>
                  <a:ext cx="131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5A15514-4B12-D4AD-BDDA-4A4F44E40B34}"/>
                    </a:ext>
                  </a:extLst>
                </p14:cNvPr>
                <p14:cNvContentPartPr/>
                <p14:nvPr/>
              </p14:nvContentPartPr>
              <p14:xfrm>
                <a:off x="11980930" y="5415930"/>
                <a:ext cx="130680" cy="1569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5A15514-4B12-D4AD-BDDA-4A4F44E40B3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963290" y="5397930"/>
                  <a:ext cx="166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69DB324-81E4-7F0A-C1A7-1B54E20D672F}"/>
                    </a:ext>
                  </a:extLst>
                </p14:cNvPr>
                <p14:cNvContentPartPr/>
                <p14:nvPr/>
              </p14:nvContentPartPr>
              <p14:xfrm>
                <a:off x="12154450" y="5372010"/>
                <a:ext cx="69840" cy="1000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69DB324-81E4-7F0A-C1A7-1B54E20D672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136450" y="5354010"/>
                  <a:ext cx="105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F0E17FE-9E4F-B8C3-D4C7-767D359D40A1}"/>
                    </a:ext>
                  </a:extLst>
                </p14:cNvPr>
                <p14:cNvContentPartPr/>
                <p14:nvPr/>
              </p14:nvContentPartPr>
              <p14:xfrm>
                <a:off x="12273970" y="5146650"/>
                <a:ext cx="179280" cy="5335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F0E17FE-9E4F-B8C3-D4C7-767D359D40A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256330" y="5129010"/>
                  <a:ext cx="2149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073C797-6153-F1E1-D50A-F6DD5F093E33}"/>
                    </a:ext>
                  </a:extLst>
                </p14:cNvPr>
                <p14:cNvContentPartPr/>
                <p14:nvPr/>
              </p14:nvContentPartPr>
              <p14:xfrm>
                <a:off x="12446410" y="5409810"/>
                <a:ext cx="133200" cy="997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073C797-6153-F1E1-D50A-F6DD5F093E3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428410" y="5392170"/>
                  <a:ext cx="168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BA2A7DE-893C-7D43-E0EB-8201C95B4F8C}"/>
                    </a:ext>
                  </a:extLst>
                </p14:cNvPr>
                <p14:cNvContentPartPr/>
                <p14:nvPr/>
              </p14:nvContentPartPr>
              <p14:xfrm>
                <a:off x="12534970" y="5009850"/>
                <a:ext cx="199440" cy="5061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BA2A7DE-893C-7D43-E0EB-8201C95B4F8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516970" y="4992210"/>
                  <a:ext cx="23508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3AFCC29-B87A-82DF-938F-7E40E2399AD5}"/>
                    </a:ext>
                  </a:extLst>
                </p14:cNvPr>
                <p14:cNvContentPartPr/>
                <p14:nvPr/>
              </p14:nvContentPartPr>
              <p14:xfrm>
                <a:off x="9283810" y="5693850"/>
                <a:ext cx="147240" cy="4417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3AFCC29-B87A-82DF-938F-7E40E2399AD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65810" y="5676210"/>
                  <a:ext cx="1828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C0ED29B-A216-D862-1B35-87DA35856737}"/>
                    </a:ext>
                  </a:extLst>
                </p14:cNvPr>
                <p14:cNvContentPartPr/>
                <p14:nvPr/>
              </p14:nvContentPartPr>
              <p14:xfrm>
                <a:off x="9536890" y="5714370"/>
                <a:ext cx="178560" cy="4006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C0ED29B-A216-D862-1B35-87DA3585673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19250" y="5696370"/>
                  <a:ext cx="2142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F49A355-EB99-063B-AB0A-562475670445}"/>
                    </a:ext>
                  </a:extLst>
                </p14:cNvPr>
                <p14:cNvContentPartPr/>
                <p14:nvPr/>
              </p14:nvContentPartPr>
              <p14:xfrm>
                <a:off x="9492970" y="5911650"/>
                <a:ext cx="79560" cy="68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F49A355-EB99-063B-AB0A-56247567044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74970" y="5893650"/>
                  <a:ext cx="115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07819E9-E4F7-C665-51F2-CED07629941E}"/>
                    </a:ext>
                  </a:extLst>
                </p14:cNvPr>
                <p14:cNvContentPartPr/>
                <p14:nvPr/>
              </p14:nvContentPartPr>
              <p14:xfrm>
                <a:off x="9638410" y="6007050"/>
                <a:ext cx="7560" cy="3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07819E9-E4F7-C665-51F2-CED07629941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20410" y="5989050"/>
                  <a:ext cx="43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C6917E7-84EE-7370-193D-F11D1D036F13}"/>
                    </a:ext>
                  </a:extLst>
                </p14:cNvPr>
                <p14:cNvContentPartPr/>
                <p14:nvPr/>
              </p14:nvContentPartPr>
              <p14:xfrm>
                <a:off x="9518530" y="5930730"/>
                <a:ext cx="249480" cy="3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C6917E7-84EE-7370-193D-F11D1D036F1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00530" y="5912730"/>
                  <a:ext cx="285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CA918AB-D2FA-FE32-D30A-B809B1F7EAAB}"/>
                    </a:ext>
                  </a:extLst>
                </p14:cNvPr>
                <p14:cNvContentPartPr/>
                <p14:nvPr/>
              </p14:nvContentPartPr>
              <p14:xfrm>
                <a:off x="9289930" y="6221970"/>
                <a:ext cx="605880" cy="201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CA918AB-D2FA-FE32-D30A-B809B1F7EAA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71930" y="6204330"/>
                  <a:ext cx="641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EC3AD91-2B84-5E14-BEB3-2AB6544D33CF}"/>
                    </a:ext>
                  </a:extLst>
                </p14:cNvPr>
                <p14:cNvContentPartPr/>
                <p14:nvPr/>
              </p14:nvContentPartPr>
              <p14:xfrm>
                <a:off x="9467410" y="6320610"/>
                <a:ext cx="243720" cy="3866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EC3AD91-2B84-5E14-BEB3-2AB6544D33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49770" y="6302970"/>
                  <a:ext cx="2793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1D57FEE-9446-D9B1-1757-7AD613401F57}"/>
                    </a:ext>
                  </a:extLst>
                </p14:cNvPr>
                <p14:cNvContentPartPr/>
                <p14:nvPr/>
              </p14:nvContentPartPr>
              <p14:xfrm>
                <a:off x="9823090" y="6476850"/>
                <a:ext cx="145080" cy="2329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1D57FEE-9446-D9B1-1757-7AD613401F5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05450" y="6459210"/>
                  <a:ext cx="180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F8C19C8-5F45-48F5-011B-BF95177DB167}"/>
                    </a:ext>
                  </a:extLst>
                </p14:cNvPr>
                <p14:cNvContentPartPr/>
                <p14:nvPr/>
              </p14:nvContentPartPr>
              <p14:xfrm>
                <a:off x="9838210" y="6470730"/>
                <a:ext cx="150480" cy="1904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F8C19C8-5F45-48F5-011B-BF95177DB16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20210" y="6452730"/>
                  <a:ext cx="186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725DA04-5AC2-6E7D-B2EB-7FCB653CF543}"/>
                    </a:ext>
                  </a:extLst>
                </p14:cNvPr>
                <p14:cNvContentPartPr/>
                <p14:nvPr/>
              </p14:nvContentPartPr>
              <p14:xfrm>
                <a:off x="10108930" y="5638770"/>
                <a:ext cx="156960" cy="11109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725DA04-5AC2-6E7D-B2EB-7FCB653CF54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90930" y="5621130"/>
                  <a:ext cx="192600" cy="11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BECA871-4C2F-EE72-756E-E8AF215E87AE}"/>
                    </a:ext>
                  </a:extLst>
                </p14:cNvPr>
                <p14:cNvContentPartPr/>
                <p14:nvPr/>
              </p14:nvContentPartPr>
              <p14:xfrm>
                <a:off x="10341130" y="6534810"/>
                <a:ext cx="105120" cy="1537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BECA871-4C2F-EE72-756E-E8AF215E87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323130" y="6516810"/>
                  <a:ext cx="140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FD0798B-40DB-E812-D384-5D7A9C49B140}"/>
                    </a:ext>
                  </a:extLst>
                </p14:cNvPr>
                <p14:cNvContentPartPr/>
                <p14:nvPr/>
              </p14:nvContentPartPr>
              <p14:xfrm>
                <a:off x="10362370" y="6578370"/>
                <a:ext cx="109440" cy="2206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FD0798B-40DB-E812-D384-5D7A9C49B14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44730" y="6560370"/>
                  <a:ext cx="145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2CE27E4C-05D5-4782-BE03-1007B5C72D9D}"/>
                    </a:ext>
                  </a:extLst>
                </p14:cNvPr>
                <p14:cNvContentPartPr/>
                <p14:nvPr/>
              </p14:nvContentPartPr>
              <p14:xfrm>
                <a:off x="10496290" y="6584850"/>
                <a:ext cx="128520" cy="1990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2CE27E4C-05D5-4782-BE03-1007B5C72D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78290" y="6567210"/>
                  <a:ext cx="1641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6C29901-042B-C0B6-F44A-2182BF5F00F0}"/>
                    </a:ext>
                  </a:extLst>
                </p14:cNvPr>
                <p14:cNvContentPartPr/>
                <p14:nvPr/>
              </p14:nvContentPartPr>
              <p14:xfrm>
                <a:off x="10490890" y="6591330"/>
                <a:ext cx="119880" cy="2206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6C29901-042B-C0B6-F44A-2182BF5F00F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73250" y="6573330"/>
                  <a:ext cx="155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FF8E5DD-E6D6-D0C7-A607-64DCB102754C}"/>
                    </a:ext>
                  </a:extLst>
                </p14:cNvPr>
                <p14:cNvContentPartPr/>
                <p14:nvPr/>
              </p14:nvContentPartPr>
              <p14:xfrm>
                <a:off x="10641370" y="6762690"/>
                <a:ext cx="42120" cy="149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FF8E5DD-E6D6-D0C7-A607-64DCB102754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23370" y="6744690"/>
                  <a:ext cx="77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1CE4330-4F53-622A-3D57-53702E686100}"/>
                    </a:ext>
                  </a:extLst>
                </p14:cNvPr>
                <p14:cNvContentPartPr/>
                <p14:nvPr/>
              </p14:nvContentPartPr>
              <p14:xfrm>
                <a:off x="10675210" y="6800490"/>
                <a:ext cx="75240" cy="1566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1CE4330-4F53-622A-3D57-53702E68610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57570" y="6782490"/>
                  <a:ext cx="110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9936A6C-AB42-FAB5-889B-31476CAE159D}"/>
                    </a:ext>
                  </a:extLst>
                </p14:cNvPr>
                <p14:cNvContentPartPr/>
                <p14:nvPr/>
              </p14:nvContentPartPr>
              <p14:xfrm>
                <a:off x="10692130" y="6737130"/>
                <a:ext cx="55800" cy="1515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9936A6C-AB42-FAB5-889B-31476CAE159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74130" y="6719130"/>
                  <a:ext cx="91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A33A346-8C7C-AF25-46A3-602089106BA5}"/>
                    </a:ext>
                  </a:extLst>
                </p14:cNvPr>
                <p14:cNvContentPartPr/>
                <p14:nvPr/>
              </p14:nvContentPartPr>
              <p14:xfrm>
                <a:off x="10826410" y="6565050"/>
                <a:ext cx="102240" cy="2775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A33A346-8C7C-AF25-46A3-602089106BA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08770" y="6547050"/>
                  <a:ext cx="1378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21E3D00-932D-7B85-E736-DE8DE0C916AB}"/>
                    </a:ext>
                  </a:extLst>
                </p14:cNvPr>
                <p14:cNvContentPartPr/>
                <p14:nvPr/>
              </p14:nvContentPartPr>
              <p14:xfrm>
                <a:off x="10940170" y="6711570"/>
                <a:ext cx="97560" cy="1047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21E3D00-932D-7B85-E736-DE8DE0C916A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22170" y="6693570"/>
                  <a:ext cx="133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91C58E6-D6D9-ABEF-D7AB-DB072FC8C1D4}"/>
                    </a:ext>
                  </a:extLst>
                </p14:cNvPr>
                <p14:cNvContentPartPr/>
                <p14:nvPr/>
              </p14:nvContentPartPr>
              <p14:xfrm>
                <a:off x="11008570" y="6527610"/>
                <a:ext cx="116640" cy="3099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91C58E6-D6D9-ABEF-D7AB-DB072FC8C1D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90930" y="6509970"/>
                  <a:ext cx="1522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529D315-F603-ED1A-5F07-A7E95E31BCD8}"/>
                    </a:ext>
                  </a:extLst>
                </p14:cNvPr>
                <p14:cNvContentPartPr/>
                <p14:nvPr/>
              </p14:nvContentPartPr>
              <p14:xfrm>
                <a:off x="11061490" y="5987610"/>
                <a:ext cx="38880" cy="33228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529D315-F603-ED1A-5F07-A7E95E31BCD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43850" y="5969970"/>
                  <a:ext cx="745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190D280-0D8E-B055-59A4-FCA9DE1C47C2}"/>
                    </a:ext>
                  </a:extLst>
                </p14:cNvPr>
                <p14:cNvContentPartPr/>
                <p14:nvPr/>
              </p14:nvContentPartPr>
              <p14:xfrm>
                <a:off x="10979050" y="6089130"/>
                <a:ext cx="240120" cy="72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190D280-0D8E-B055-59A4-FCA9DE1C47C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961410" y="6071130"/>
                  <a:ext cx="275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29FAFEF-4F00-C11C-FCB4-D1C959209308}"/>
                    </a:ext>
                  </a:extLst>
                </p14:cNvPr>
                <p14:cNvContentPartPr/>
                <p14:nvPr/>
              </p14:nvContentPartPr>
              <p14:xfrm>
                <a:off x="11314570" y="5891850"/>
                <a:ext cx="185760" cy="4129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29FAFEF-4F00-C11C-FCB4-D1C95920930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296930" y="5874210"/>
                  <a:ext cx="2214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2530C5C-8506-136A-C7CD-A2D50CDCE749}"/>
                    </a:ext>
                  </a:extLst>
                </p14:cNvPr>
                <p14:cNvContentPartPr/>
                <p14:nvPr/>
              </p14:nvContentPartPr>
              <p14:xfrm>
                <a:off x="11703010" y="5757210"/>
                <a:ext cx="151920" cy="3852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2530C5C-8506-136A-C7CD-A2D50CDCE74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85010" y="5739570"/>
                  <a:ext cx="1875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B92E815-CA76-D675-D47D-B0535034FA9E}"/>
                    </a:ext>
                  </a:extLst>
                </p14:cNvPr>
                <p14:cNvContentPartPr/>
                <p14:nvPr/>
              </p14:nvContentPartPr>
              <p14:xfrm>
                <a:off x="11936650" y="5747130"/>
                <a:ext cx="128880" cy="4539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B92E815-CA76-D675-D47D-B0535034FA9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918650" y="5729490"/>
                  <a:ext cx="1645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540579B-9CD2-68A9-24E8-58881731F5FB}"/>
                    </a:ext>
                  </a:extLst>
                </p14:cNvPr>
                <p14:cNvContentPartPr/>
                <p14:nvPr/>
              </p14:nvContentPartPr>
              <p14:xfrm>
                <a:off x="11906050" y="6049170"/>
                <a:ext cx="45720" cy="277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540579B-9CD2-68A9-24E8-58881731F5F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888050" y="6031170"/>
                  <a:ext cx="81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811360E0-74F0-78D9-ACEA-70531DE7679C}"/>
                    </a:ext>
                  </a:extLst>
                </p14:cNvPr>
                <p14:cNvContentPartPr/>
                <p14:nvPr/>
              </p14:nvContentPartPr>
              <p14:xfrm>
                <a:off x="11639650" y="6277050"/>
                <a:ext cx="379440" cy="288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811360E0-74F0-78D9-ACEA-70531DE7679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21650" y="6259410"/>
                  <a:ext cx="415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952CA13-74D2-4F19-C3D9-BDC4B5621CD8}"/>
                    </a:ext>
                  </a:extLst>
                </p14:cNvPr>
                <p14:cNvContentPartPr/>
                <p14:nvPr/>
              </p14:nvContentPartPr>
              <p14:xfrm>
                <a:off x="11944210" y="6065010"/>
                <a:ext cx="149760" cy="118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952CA13-74D2-4F19-C3D9-BDC4B5621CD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926570" y="6047370"/>
                  <a:ext cx="185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398B07B-6A91-8D8D-6492-92DC2925DD86}"/>
                    </a:ext>
                  </a:extLst>
                </p14:cNvPr>
                <p14:cNvContentPartPr/>
                <p14:nvPr/>
              </p14:nvContentPartPr>
              <p14:xfrm>
                <a:off x="11798050" y="6432570"/>
                <a:ext cx="196920" cy="3002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398B07B-6A91-8D8D-6492-92DC2925DD8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780050" y="6414930"/>
                  <a:ext cx="2325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AA09147-90BE-F614-10A6-B16DD6FE4C48}"/>
                    </a:ext>
                  </a:extLst>
                </p14:cNvPr>
                <p14:cNvContentPartPr/>
                <p14:nvPr/>
              </p14:nvContentPartPr>
              <p14:xfrm>
                <a:off x="12009730" y="6565770"/>
                <a:ext cx="165600" cy="2894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AA09147-90BE-F614-10A6-B16DD6FE4C4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91730" y="6547770"/>
                  <a:ext cx="201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01A35A0-FEEF-8EEE-4375-0CD93B37CFC4}"/>
                    </a:ext>
                  </a:extLst>
                </p14:cNvPr>
                <p14:cNvContentPartPr/>
                <p14:nvPr/>
              </p14:nvContentPartPr>
              <p14:xfrm>
                <a:off x="12269650" y="5835690"/>
                <a:ext cx="106560" cy="10072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01A35A0-FEEF-8EEE-4375-0CD93B37CFC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252010" y="5817690"/>
                  <a:ext cx="142200" cy="10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780DE565-CF38-ABA5-8463-9B8BE8A9DA8A}"/>
                    </a:ext>
                  </a:extLst>
                </p14:cNvPr>
                <p14:cNvContentPartPr/>
                <p14:nvPr/>
              </p14:nvContentPartPr>
              <p14:xfrm>
                <a:off x="12489250" y="6597450"/>
                <a:ext cx="39600" cy="20736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780DE565-CF38-ABA5-8463-9B8BE8A9DA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2471610" y="6579450"/>
                  <a:ext cx="75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FC736819-F7A4-48EF-4647-3DA5CADE4915}"/>
                    </a:ext>
                  </a:extLst>
                </p14:cNvPr>
                <p14:cNvContentPartPr/>
                <p14:nvPr/>
              </p14:nvContentPartPr>
              <p14:xfrm>
                <a:off x="12554050" y="6660810"/>
                <a:ext cx="87840" cy="14688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FC736819-F7A4-48EF-4647-3DA5CADE49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536050" y="6642810"/>
                  <a:ext cx="123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FB35143E-C365-970C-4E1C-05A504A38942}"/>
                    </a:ext>
                  </a:extLst>
                </p14:cNvPr>
                <p14:cNvContentPartPr/>
                <p14:nvPr/>
              </p14:nvContentPartPr>
              <p14:xfrm>
                <a:off x="12507250" y="6700770"/>
                <a:ext cx="123120" cy="1501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FB35143E-C365-970C-4E1C-05A504A3894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2489250" y="6682770"/>
                  <a:ext cx="158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7CD710B-7BFF-DA90-0376-EB934420E5F0}"/>
                    </a:ext>
                  </a:extLst>
                </p14:cNvPr>
                <p14:cNvContentPartPr/>
                <p14:nvPr/>
              </p14:nvContentPartPr>
              <p14:xfrm>
                <a:off x="12680770" y="6710130"/>
                <a:ext cx="140760" cy="849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7CD710B-7BFF-DA90-0376-EB934420E5F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2662770" y="6692490"/>
                  <a:ext cx="176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E3873E33-0831-54F5-8076-4A70DCDE892C}"/>
                    </a:ext>
                  </a:extLst>
                </p14:cNvPr>
                <p14:cNvContentPartPr/>
                <p14:nvPr/>
              </p14:nvContentPartPr>
              <p14:xfrm>
                <a:off x="12763350" y="6559290"/>
                <a:ext cx="51840" cy="11304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E3873E33-0831-54F5-8076-4A70DCDE892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745710" y="6541650"/>
                  <a:ext cx="87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C6C17D9B-5957-A110-3D78-276A0F7CFB5E}"/>
                    </a:ext>
                  </a:extLst>
                </p14:cNvPr>
                <p14:cNvContentPartPr/>
                <p14:nvPr/>
              </p14:nvContentPartPr>
              <p14:xfrm>
                <a:off x="12744270" y="6426810"/>
                <a:ext cx="83160" cy="19296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C6C17D9B-5957-A110-3D78-276A0F7CFB5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2726270" y="6408810"/>
                  <a:ext cx="118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320C83B-666E-5A5B-A1B0-AD6D521FD621}"/>
                    </a:ext>
                  </a:extLst>
                </p14:cNvPr>
                <p14:cNvContentPartPr/>
                <p14:nvPr/>
              </p14:nvContentPartPr>
              <p14:xfrm>
                <a:off x="12883820" y="6540210"/>
                <a:ext cx="70920" cy="1738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320C83B-666E-5A5B-A1B0-AD6D521FD62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865820" y="6522570"/>
                  <a:ext cx="106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A6224E8-3161-4986-45DF-5BF16C15BF7F}"/>
                    </a:ext>
                  </a:extLst>
                </p14:cNvPr>
                <p14:cNvContentPartPr/>
                <p14:nvPr/>
              </p14:nvContentPartPr>
              <p14:xfrm>
                <a:off x="12823620" y="6305490"/>
                <a:ext cx="225720" cy="3441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A6224E8-3161-4986-45DF-5BF16C15BF7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805620" y="6287850"/>
                  <a:ext cx="2613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E7A60B5F-574E-84AA-BFDC-114AA2B78C46}"/>
                    </a:ext>
                  </a:extLst>
                </p14:cNvPr>
                <p14:cNvContentPartPr/>
                <p14:nvPr/>
              </p14:nvContentPartPr>
              <p14:xfrm>
                <a:off x="9033030" y="6582690"/>
                <a:ext cx="212400" cy="342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E7A60B5F-574E-84AA-BFDC-114AA2B78C4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15030" y="6564690"/>
                  <a:ext cx="248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C209466-EFE0-2745-4576-381C4460BC3D}"/>
                    </a:ext>
                  </a:extLst>
                </p14:cNvPr>
                <p14:cNvContentPartPr/>
                <p14:nvPr/>
              </p14:nvContentPartPr>
              <p14:xfrm>
                <a:off x="11277270" y="6464250"/>
                <a:ext cx="190800" cy="640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C209466-EFE0-2745-4576-381C4460BC3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259630" y="6446250"/>
                  <a:ext cx="226440" cy="9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147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52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5FB6-EAD9-FFC8-F790-66543BAA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Gradients</a:t>
            </a:r>
          </a:p>
        </p:txBody>
      </p:sp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452E44D9-C5AD-1286-0122-F781CAD03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63" y="1525495"/>
            <a:ext cx="10515600" cy="4016688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7842304F-33F3-1718-C420-4AA14234D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473" y="3975003"/>
            <a:ext cx="3782631" cy="27150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01518C12-0D0A-F403-C74D-F9DBC8FA2360}"/>
                  </a:ext>
                </a:extLst>
              </p14:cNvPr>
              <p14:cNvContentPartPr/>
              <p14:nvPr/>
            </p14:nvContentPartPr>
            <p14:xfrm>
              <a:off x="4387450" y="2831490"/>
              <a:ext cx="693720" cy="561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01518C12-0D0A-F403-C74D-F9DBC8FA23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9810" y="2813490"/>
                <a:ext cx="72936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4E5D1147-69C1-4FB2-2A3F-CB4D4B616574}"/>
              </a:ext>
            </a:extLst>
          </p:cNvPr>
          <p:cNvGrpSpPr/>
          <p:nvPr/>
        </p:nvGrpSpPr>
        <p:grpSpPr>
          <a:xfrm>
            <a:off x="310810" y="4736610"/>
            <a:ext cx="1434960" cy="968400"/>
            <a:chOff x="310810" y="4736610"/>
            <a:chExt cx="1434960" cy="9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09A708D-FAE5-28B4-AF10-EC8099BA7668}"/>
                    </a:ext>
                  </a:extLst>
                </p14:cNvPr>
                <p14:cNvContentPartPr/>
                <p14:nvPr/>
              </p14:nvContentPartPr>
              <p14:xfrm>
                <a:off x="310810" y="4793850"/>
                <a:ext cx="33480" cy="587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09A708D-FAE5-28B4-AF10-EC8099BA76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3170" y="4776210"/>
                  <a:ext cx="691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1138929-CE00-160B-146B-26A95BF02F35}"/>
                    </a:ext>
                  </a:extLst>
                </p14:cNvPr>
                <p14:cNvContentPartPr/>
                <p14:nvPr/>
              </p14:nvContentPartPr>
              <p14:xfrm>
                <a:off x="349330" y="5132610"/>
                <a:ext cx="190800" cy="1890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1138929-CE00-160B-146B-26A95BF02F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330" y="5114610"/>
                  <a:ext cx="2264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A7A604C-946F-3032-CDA7-3865EC857B9E}"/>
                    </a:ext>
                  </a:extLst>
                </p14:cNvPr>
                <p14:cNvContentPartPr/>
                <p14:nvPr/>
              </p14:nvContentPartPr>
              <p14:xfrm>
                <a:off x="342490" y="5365530"/>
                <a:ext cx="40320" cy="3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A7A604C-946F-3032-CDA7-3865EC857B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4850" y="5347890"/>
                  <a:ext cx="75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640B6C4-015A-ADE5-9282-1D67132AC8BA}"/>
                    </a:ext>
                  </a:extLst>
                </p14:cNvPr>
                <p14:cNvContentPartPr/>
                <p14:nvPr/>
              </p14:nvContentPartPr>
              <p14:xfrm>
                <a:off x="393610" y="5352210"/>
                <a:ext cx="252000" cy="1584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640B6C4-015A-ADE5-9282-1D67132AC8B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5610" y="5334210"/>
                  <a:ext cx="2876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85B977E-1A0F-79CC-F3C5-4C769305FD78}"/>
                    </a:ext>
                  </a:extLst>
                </p14:cNvPr>
                <p14:cNvContentPartPr/>
                <p14:nvPr/>
              </p14:nvContentPartPr>
              <p14:xfrm>
                <a:off x="323770" y="5327370"/>
                <a:ext cx="44640" cy="3776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85B977E-1A0F-79CC-F3C5-4C769305FD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6130" y="5309370"/>
                  <a:ext cx="802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909A9C2-02C6-3DCB-1E35-B6FE49CE2BFA}"/>
                    </a:ext>
                  </a:extLst>
                </p14:cNvPr>
                <p14:cNvContentPartPr/>
                <p14:nvPr/>
              </p14:nvContentPartPr>
              <p14:xfrm>
                <a:off x="837850" y="5149530"/>
                <a:ext cx="260280" cy="3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909A9C2-02C6-3DCB-1E35-B6FE49CE2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0210" y="5131890"/>
                  <a:ext cx="295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DE7DF4B-B0C5-AA4B-4D77-6F88548B2270}"/>
                    </a:ext>
                  </a:extLst>
                </p14:cNvPr>
                <p14:cNvContentPartPr/>
                <p14:nvPr/>
              </p14:nvContentPartPr>
              <p14:xfrm>
                <a:off x="926770" y="5307570"/>
                <a:ext cx="204840" cy="144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DE7DF4B-B0C5-AA4B-4D77-6F88548B22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8770" y="5289570"/>
                  <a:ext cx="240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AFC7425-6814-B2FD-4C5D-9D43585A6F1E}"/>
                    </a:ext>
                  </a:extLst>
                </p14:cNvPr>
                <p14:cNvContentPartPr/>
                <p14:nvPr/>
              </p14:nvContentPartPr>
              <p14:xfrm>
                <a:off x="1245010" y="4919850"/>
                <a:ext cx="437760" cy="6688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AFC7425-6814-B2FD-4C5D-9D43585A6F1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27370" y="4902210"/>
                  <a:ext cx="47340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C9B0098-83BD-64CD-F818-035B6B892320}"/>
                    </a:ext>
                  </a:extLst>
                </p14:cNvPr>
                <p14:cNvContentPartPr/>
                <p14:nvPr/>
              </p14:nvContentPartPr>
              <p14:xfrm>
                <a:off x="1561810" y="4736610"/>
                <a:ext cx="183960" cy="2901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C9B0098-83BD-64CD-F818-035B6B89232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43810" y="4718970"/>
                  <a:ext cx="219600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85BFB90A-3DB6-2D19-48C9-C2F129D1C77F}"/>
                  </a:ext>
                </a:extLst>
              </p14:cNvPr>
              <p14:cNvContentPartPr/>
              <p14:nvPr/>
            </p14:nvContentPartPr>
            <p14:xfrm>
              <a:off x="9797890" y="352530"/>
              <a:ext cx="282600" cy="41112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85BFB90A-3DB6-2D19-48C9-C2F129D1C7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79890" y="334890"/>
                <a:ext cx="318240" cy="44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Group 365">
            <a:extLst>
              <a:ext uri="{FF2B5EF4-FFF2-40B4-BE49-F238E27FC236}">
                <a16:creationId xmlns:a16="http://schemas.microsoft.com/office/drawing/2014/main" id="{99B2B686-9841-620E-A19F-658D52F76400}"/>
              </a:ext>
            </a:extLst>
          </p:cNvPr>
          <p:cNvGrpSpPr/>
          <p:nvPr/>
        </p:nvGrpSpPr>
        <p:grpSpPr>
          <a:xfrm>
            <a:off x="10344010" y="152370"/>
            <a:ext cx="1365120" cy="522360"/>
            <a:chOff x="10344010" y="152370"/>
            <a:chExt cx="136512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8956DB3-DAD6-7E12-90DE-198D7D89A326}"/>
                    </a:ext>
                  </a:extLst>
                </p14:cNvPr>
                <p14:cNvContentPartPr/>
                <p14:nvPr/>
              </p14:nvContentPartPr>
              <p14:xfrm>
                <a:off x="10344010" y="361530"/>
                <a:ext cx="220680" cy="327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8956DB3-DAD6-7E12-90DE-198D7D89A3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26370" y="343530"/>
                  <a:ext cx="256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C275DB2-3FF7-2690-BBCA-02C52C4D4CFD}"/>
                    </a:ext>
                  </a:extLst>
                </p14:cNvPr>
                <p14:cNvContentPartPr/>
                <p14:nvPr/>
              </p14:nvContentPartPr>
              <p14:xfrm>
                <a:off x="10375690" y="484650"/>
                <a:ext cx="145800" cy="298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C275DB2-3FF7-2690-BBCA-02C52C4D4C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58050" y="466650"/>
                  <a:ext cx="181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CB06530-4A22-9D32-5ED4-D98F961A1495}"/>
                    </a:ext>
                  </a:extLst>
                </p14:cNvPr>
                <p14:cNvContentPartPr/>
                <p14:nvPr/>
              </p14:nvContentPartPr>
              <p14:xfrm>
                <a:off x="10737490" y="258570"/>
                <a:ext cx="254520" cy="4161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CB06530-4A22-9D32-5ED4-D98F961A14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19850" y="240930"/>
                  <a:ext cx="2901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AEB5AD5-5F4A-6023-11D7-D391886E3D88}"/>
                    </a:ext>
                  </a:extLst>
                </p14:cNvPr>
                <p14:cNvContentPartPr/>
                <p14:nvPr/>
              </p14:nvContentPartPr>
              <p14:xfrm>
                <a:off x="11112610" y="223650"/>
                <a:ext cx="191880" cy="432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AEB5AD5-5F4A-6023-11D7-D391886E3D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94610" y="206010"/>
                  <a:ext cx="227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182FBB6-D2C0-820C-6A9A-CCD969001C5D}"/>
                    </a:ext>
                  </a:extLst>
                </p14:cNvPr>
                <p14:cNvContentPartPr/>
                <p14:nvPr/>
              </p14:nvContentPartPr>
              <p14:xfrm>
                <a:off x="11455330" y="203130"/>
                <a:ext cx="253800" cy="2505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182FBB6-D2C0-820C-6A9A-CCD969001C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437330" y="185130"/>
                  <a:ext cx="2894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1AFA255-A9C2-C10A-A34C-8163CF276284}"/>
                    </a:ext>
                  </a:extLst>
                </p14:cNvPr>
                <p14:cNvContentPartPr/>
                <p14:nvPr/>
              </p14:nvContentPartPr>
              <p14:xfrm>
                <a:off x="11690050" y="254970"/>
                <a:ext cx="360" cy="500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1AFA255-A9C2-C10A-A34C-8163CF2762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72050" y="236970"/>
                  <a:ext cx="36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A2F1EA6-90E9-0AD1-A0FC-78826805859C}"/>
                    </a:ext>
                  </a:extLst>
                </p14:cNvPr>
                <p14:cNvContentPartPr/>
                <p14:nvPr/>
              </p14:nvContentPartPr>
              <p14:xfrm>
                <a:off x="11574130" y="152370"/>
                <a:ext cx="129240" cy="3909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A2F1EA6-90E9-0AD1-A0FC-78826805859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556130" y="134370"/>
                  <a:ext cx="164880" cy="42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91E3B37E-AD45-0173-F3CC-F5ECA28A20A2}"/>
                  </a:ext>
                </a:extLst>
              </p14:cNvPr>
              <p14:cNvContentPartPr/>
              <p14:nvPr/>
            </p14:nvContentPartPr>
            <p14:xfrm>
              <a:off x="8540050" y="-70830"/>
              <a:ext cx="1188360" cy="42048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91E3B37E-AD45-0173-F3CC-F5ECA28A20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522050" y="-88830"/>
                <a:ext cx="122400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06CA1E8C-5FF5-D8D5-D0E9-F9639B37441C}"/>
                  </a:ext>
                </a:extLst>
              </p14:cNvPr>
              <p14:cNvContentPartPr/>
              <p14:nvPr/>
            </p14:nvContentPartPr>
            <p14:xfrm>
              <a:off x="9728050" y="5854410"/>
              <a:ext cx="2520" cy="3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06CA1E8C-5FF5-D8D5-D0E9-F9639B37441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10410" y="5836410"/>
                <a:ext cx="381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Group 369">
            <a:extLst>
              <a:ext uri="{FF2B5EF4-FFF2-40B4-BE49-F238E27FC236}">
                <a16:creationId xmlns:a16="http://schemas.microsoft.com/office/drawing/2014/main" id="{AF3D78D1-4E0F-2E16-B219-3E077585EB1D}"/>
              </a:ext>
            </a:extLst>
          </p:cNvPr>
          <p:cNvGrpSpPr/>
          <p:nvPr/>
        </p:nvGrpSpPr>
        <p:grpSpPr>
          <a:xfrm>
            <a:off x="1572250" y="126810"/>
            <a:ext cx="7094880" cy="928080"/>
            <a:chOff x="1572250" y="126810"/>
            <a:chExt cx="7094880" cy="9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15DAB4E-5942-00C6-A014-D1844B587D01}"/>
                    </a:ext>
                  </a:extLst>
                </p14:cNvPr>
                <p14:cNvContentPartPr/>
                <p14:nvPr/>
              </p14:nvContentPartPr>
              <p14:xfrm>
                <a:off x="3784810" y="341010"/>
                <a:ext cx="196920" cy="437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15DAB4E-5942-00C6-A014-D1844B587D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67170" y="323370"/>
                  <a:ext cx="2325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69BF380-5D95-12AF-BEEA-271816B3314A}"/>
                    </a:ext>
                  </a:extLst>
                </p14:cNvPr>
                <p14:cNvContentPartPr/>
                <p14:nvPr/>
              </p14:nvContentPartPr>
              <p14:xfrm>
                <a:off x="3708490" y="525690"/>
                <a:ext cx="257040" cy="522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69BF380-5D95-12AF-BEEA-271816B3314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90490" y="508050"/>
                  <a:ext cx="292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3A9A353-ADBC-5DA6-475C-7867D6536405}"/>
                    </a:ext>
                  </a:extLst>
                </p14:cNvPr>
                <p14:cNvContentPartPr/>
                <p14:nvPr/>
              </p14:nvContentPartPr>
              <p14:xfrm>
                <a:off x="4149490" y="283410"/>
                <a:ext cx="207000" cy="6102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3A9A353-ADBC-5DA6-475C-7867D65364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31490" y="265410"/>
                  <a:ext cx="24264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1312ED6-E990-A0D5-A5C3-68460395BC2C}"/>
                    </a:ext>
                  </a:extLst>
                </p14:cNvPr>
                <p14:cNvContentPartPr/>
                <p14:nvPr/>
              </p14:nvContentPartPr>
              <p14:xfrm>
                <a:off x="4381330" y="546930"/>
                <a:ext cx="236520" cy="2048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1312ED6-E990-A0D5-A5C3-68460395BC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63690" y="528930"/>
                  <a:ext cx="272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A8E1AA8-B5E4-AA74-02A7-C77C67C1647B}"/>
                    </a:ext>
                  </a:extLst>
                </p14:cNvPr>
                <p14:cNvContentPartPr/>
                <p14:nvPr/>
              </p14:nvContentPartPr>
              <p14:xfrm>
                <a:off x="4399690" y="520290"/>
                <a:ext cx="185040" cy="2721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A8E1AA8-B5E4-AA74-02A7-C77C67C164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82050" y="502650"/>
                  <a:ext cx="2206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0C106B2-B0CE-A372-EC4E-D97EF380E092}"/>
                    </a:ext>
                  </a:extLst>
                </p14:cNvPr>
                <p14:cNvContentPartPr/>
                <p14:nvPr/>
              </p14:nvContentPartPr>
              <p14:xfrm>
                <a:off x="4648090" y="209250"/>
                <a:ext cx="160200" cy="7718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0C106B2-B0CE-A372-EC4E-D97EF380E0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30450" y="191610"/>
                  <a:ext cx="19584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739C527-A858-B44B-0964-CC3F29F7067C}"/>
                    </a:ext>
                  </a:extLst>
                </p14:cNvPr>
                <p14:cNvContentPartPr/>
                <p14:nvPr/>
              </p14:nvContentPartPr>
              <p14:xfrm>
                <a:off x="1617610" y="252450"/>
                <a:ext cx="223920" cy="5443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739C527-A858-B44B-0964-CC3F29F706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99970" y="234450"/>
                  <a:ext cx="25956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DFC25D8-2282-0101-CE14-CBEC067C8C6B}"/>
                    </a:ext>
                  </a:extLst>
                </p14:cNvPr>
                <p14:cNvContentPartPr/>
                <p14:nvPr/>
              </p14:nvContentPartPr>
              <p14:xfrm>
                <a:off x="1572250" y="554490"/>
                <a:ext cx="222480" cy="550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DFC25D8-2282-0101-CE14-CBEC067C8C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54250" y="536850"/>
                  <a:ext cx="258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CC5781E-E915-422E-E2BA-ECB94C69AB8A}"/>
                    </a:ext>
                  </a:extLst>
                </p14:cNvPr>
                <p14:cNvContentPartPr/>
                <p14:nvPr/>
              </p14:nvContentPartPr>
              <p14:xfrm>
                <a:off x="1947010" y="171450"/>
                <a:ext cx="130680" cy="6163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CC5781E-E915-422E-E2BA-ECB94C69AB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29370" y="153450"/>
                  <a:ext cx="16632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10DCDFD-9C38-AEB4-AB38-99EC8FA29B7A}"/>
                    </a:ext>
                  </a:extLst>
                </p14:cNvPr>
                <p14:cNvContentPartPr/>
                <p14:nvPr/>
              </p14:nvContentPartPr>
              <p14:xfrm>
                <a:off x="2146090" y="437850"/>
                <a:ext cx="179280" cy="2635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10DCDFD-9C38-AEB4-AB38-99EC8FA29B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28090" y="419850"/>
                  <a:ext cx="214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424B0F8-71E8-BF10-CAE0-AD445E6CB60E}"/>
                    </a:ext>
                  </a:extLst>
                </p14:cNvPr>
                <p14:cNvContentPartPr/>
                <p14:nvPr/>
              </p14:nvContentPartPr>
              <p14:xfrm>
                <a:off x="2127010" y="419130"/>
                <a:ext cx="203400" cy="2800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424B0F8-71E8-BF10-CAE0-AD445E6CB6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09370" y="401130"/>
                  <a:ext cx="239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2E5849C-C07E-D29F-9D35-96E34F600754}"/>
                    </a:ext>
                  </a:extLst>
                </p14:cNvPr>
                <p14:cNvContentPartPr/>
                <p14:nvPr/>
              </p14:nvContentPartPr>
              <p14:xfrm>
                <a:off x="2482330" y="425250"/>
                <a:ext cx="13680" cy="3049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2E5849C-C07E-D29F-9D35-96E34F6007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64330" y="407610"/>
                  <a:ext cx="493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C2F3E3D-095E-6C45-E88A-80AA055A14BF}"/>
                    </a:ext>
                  </a:extLst>
                </p14:cNvPr>
                <p14:cNvContentPartPr/>
                <p14:nvPr/>
              </p14:nvContentPartPr>
              <p14:xfrm>
                <a:off x="2393770" y="513450"/>
                <a:ext cx="237600" cy="388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C2F3E3D-095E-6C45-E88A-80AA055A14B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75770" y="495810"/>
                  <a:ext cx="273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1CB66A3-3AD5-50A6-2A3F-111415BEB0E8}"/>
                    </a:ext>
                  </a:extLst>
                </p14:cNvPr>
                <p14:cNvContentPartPr/>
                <p14:nvPr/>
              </p14:nvContentPartPr>
              <p14:xfrm>
                <a:off x="2711290" y="392490"/>
                <a:ext cx="206280" cy="2836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1CB66A3-3AD5-50A6-2A3F-111415BEB0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93650" y="374490"/>
                  <a:ext cx="2419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946C356D-BE6B-72D6-9F13-D7DCDD4F78DB}"/>
                    </a:ext>
                  </a:extLst>
                </p14:cNvPr>
                <p14:cNvContentPartPr/>
                <p14:nvPr/>
              </p14:nvContentPartPr>
              <p14:xfrm>
                <a:off x="2889130" y="126810"/>
                <a:ext cx="199080" cy="632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946C356D-BE6B-72D6-9F13-D7DCDD4F78D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1130" y="108810"/>
                  <a:ext cx="23472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9270ED4C-F1D1-2F7B-8DDB-A7DADDCD757B}"/>
                    </a:ext>
                  </a:extLst>
                </p14:cNvPr>
                <p14:cNvContentPartPr/>
                <p14:nvPr/>
              </p14:nvContentPartPr>
              <p14:xfrm>
                <a:off x="3321130" y="507690"/>
                <a:ext cx="209520" cy="324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9270ED4C-F1D1-2F7B-8DDB-A7DADDCD75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03130" y="489690"/>
                  <a:ext cx="245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C23E525-CC6C-CA6F-2CD2-C8E8DA4A95BA}"/>
                    </a:ext>
                  </a:extLst>
                </p14:cNvPr>
                <p14:cNvContentPartPr/>
                <p14:nvPr/>
              </p14:nvContentPartPr>
              <p14:xfrm>
                <a:off x="3384490" y="629010"/>
                <a:ext cx="165960" cy="316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C23E525-CC6C-CA6F-2CD2-C8E8DA4A95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66490" y="611010"/>
                  <a:ext cx="201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E3F5B88-767E-F89D-71F5-3B01831E1919}"/>
                    </a:ext>
                  </a:extLst>
                </p14:cNvPr>
                <p14:cNvContentPartPr/>
                <p14:nvPr/>
              </p14:nvContentPartPr>
              <p14:xfrm>
                <a:off x="3232210" y="431730"/>
                <a:ext cx="312480" cy="1220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E3F5B88-767E-F89D-71F5-3B01831E191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14210" y="413730"/>
                  <a:ext cx="348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0489968-7328-9CDE-0F9B-AC31D489FBAA}"/>
                    </a:ext>
                  </a:extLst>
                </p14:cNvPr>
                <p14:cNvContentPartPr/>
                <p14:nvPr/>
              </p14:nvContentPartPr>
              <p14:xfrm>
                <a:off x="3371890" y="583290"/>
                <a:ext cx="243720" cy="40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0489968-7328-9CDE-0F9B-AC31D489FBA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53890" y="565290"/>
                  <a:ext cx="279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EC621C8-8022-13E1-12A6-07497904E148}"/>
                    </a:ext>
                  </a:extLst>
                </p14:cNvPr>
                <p14:cNvContentPartPr/>
                <p14:nvPr/>
              </p14:nvContentPartPr>
              <p14:xfrm>
                <a:off x="5117530" y="469530"/>
                <a:ext cx="360" cy="269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EC621C8-8022-13E1-12A6-07497904E14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99890" y="451530"/>
                  <a:ext cx="36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DE5D49D-1D46-B001-88E6-8ACF00B1ADF4}"/>
                    </a:ext>
                  </a:extLst>
                </p14:cNvPr>
                <p14:cNvContentPartPr/>
                <p14:nvPr/>
              </p14:nvContentPartPr>
              <p14:xfrm>
                <a:off x="4977850" y="564210"/>
                <a:ext cx="223560" cy="205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DE5D49D-1D46-B001-88E6-8ACF00B1ADF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60210" y="546210"/>
                  <a:ext cx="259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C5CFA1F-F29D-4F01-49CA-05C2DA813D10}"/>
                    </a:ext>
                  </a:extLst>
                </p14:cNvPr>
                <p14:cNvContentPartPr/>
                <p14:nvPr/>
              </p14:nvContentPartPr>
              <p14:xfrm>
                <a:off x="5496250" y="348930"/>
                <a:ext cx="303840" cy="5644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C5CFA1F-F29D-4F01-49CA-05C2DA813D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78250" y="331290"/>
                  <a:ext cx="3394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875235B-82DF-366B-1408-CD106575021D}"/>
                    </a:ext>
                  </a:extLst>
                </p14:cNvPr>
                <p14:cNvContentPartPr/>
                <p14:nvPr/>
              </p14:nvContentPartPr>
              <p14:xfrm>
                <a:off x="5899090" y="504450"/>
                <a:ext cx="243360" cy="2707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875235B-82DF-366B-1408-CD10657502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81450" y="486450"/>
                  <a:ext cx="2790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689E32B-2516-E63C-2438-406F80FCAFFD}"/>
                    </a:ext>
                  </a:extLst>
                </p14:cNvPr>
                <p14:cNvContentPartPr/>
                <p14:nvPr/>
              </p14:nvContentPartPr>
              <p14:xfrm>
                <a:off x="6260890" y="666810"/>
                <a:ext cx="57960" cy="2826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689E32B-2516-E63C-2438-406F80FCAFF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43250" y="648810"/>
                  <a:ext cx="93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03BEB20-482F-1DED-7F5D-4DA44230D6D2}"/>
                    </a:ext>
                  </a:extLst>
                </p14:cNvPr>
                <p14:cNvContentPartPr/>
                <p14:nvPr/>
              </p14:nvContentPartPr>
              <p14:xfrm>
                <a:off x="6542770" y="308610"/>
                <a:ext cx="411120" cy="4831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03BEB20-482F-1DED-7F5D-4DA44230D6D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4770" y="290970"/>
                  <a:ext cx="4467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0025D1F-8DC2-7D7B-688F-3B9B4DB47AAF}"/>
                    </a:ext>
                  </a:extLst>
                </p14:cNvPr>
                <p14:cNvContentPartPr/>
                <p14:nvPr/>
              </p14:nvContentPartPr>
              <p14:xfrm>
                <a:off x="7097170" y="342810"/>
                <a:ext cx="110520" cy="5122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0025D1F-8DC2-7D7B-688F-3B9B4DB47A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79170" y="324810"/>
                  <a:ext cx="1461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EACE36F-05E1-672B-C722-77B0370695D5}"/>
                    </a:ext>
                  </a:extLst>
                </p14:cNvPr>
                <p14:cNvContentPartPr/>
                <p14:nvPr/>
              </p14:nvContentPartPr>
              <p14:xfrm>
                <a:off x="6978730" y="602370"/>
                <a:ext cx="227160" cy="583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EACE36F-05E1-672B-C722-77B0370695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60730" y="584370"/>
                  <a:ext cx="262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8BD7BDC-8857-057D-13FF-9389AADF9D53}"/>
                    </a:ext>
                  </a:extLst>
                </p14:cNvPr>
                <p14:cNvContentPartPr/>
                <p14:nvPr/>
              </p14:nvContentPartPr>
              <p14:xfrm>
                <a:off x="7352410" y="253890"/>
                <a:ext cx="204120" cy="6058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8BD7BDC-8857-057D-13FF-9389AADF9D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34410" y="236250"/>
                  <a:ext cx="23976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DC2EEE5-4301-7BD6-23BB-B9A8538F4BBA}"/>
                    </a:ext>
                  </a:extLst>
                </p14:cNvPr>
                <p14:cNvContentPartPr/>
                <p14:nvPr/>
              </p14:nvContentPartPr>
              <p14:xfrm>
                <a:off x="7537450" y="616050"/>
                <a:ext cx="304560" cy="1789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DC2EEE5-4301-7BD6-23BB-B9A8538F4B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19450" y="598050"/>
                  <a:ext cx="34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F8B2B0C-D51D-21F3-BCD5-FC06F57B1363}"/>
                    </a:ext>
                  </a:extLst>
                </p14:cNvPr>
                <p14:cNvContentPartPr/>
                <p14:nvPr/>
              </p14:nvContentPartPr>
              <p14:xfrm>
                <a:off x="7631770" y="590850"/>
                <a:ext cx="159840" cy="2530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F8B2B0C-D51D-21F3-BCD5-FC06F57B136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14130" y="572850"/>
                  <a:ext cx="1954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9E4A48D-1A48-9DC6-6DA7-0B4EC6FF1004}"/>
                    </a:ext>
                  </a:extLst>
                </p14:cNvPr>
                <p14:cNvContentPartPr/>
                <p14:nvPr/>
              </p14:nvContentPartPr>
              <p14:xfrm>
                <a:off x="7854610" y="329850"/>
                <a:ext cx="191520" cy="4892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9E4A48D-1A48-9DC6-6DA7-0B4EC6FF100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36970" y="311850"/>
                  <a:ext cx="2271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1335978-3ADC-F175-7515-9A1C728F15FB}"/>
                    </a:ext>
                  </a:extLst>
                </p14:cNvPr>
                <p14:cNvContentPartPr/>
                <p14:nvPr/>
              </p14:nvContentPartPr>
              <p14:xfrm>
                <a:off x="8159530" y="311130"/>
                <a:ext cx="264960" cy="5140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1335978-3ADC-F175-7515-9A1C728F15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41530" y="293130"/>
                  <a:ext cx="3006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250F205-1061-5741-1905-D4DB9CAA8EDC}"/>
                    </a:ext>
                  </a:extLst>
                </p14:cNvPr>
                <p14:cNvContentPartPr/>
                <p14:nvPr/>
              </p14:nvContentPartPr>
              <p14:xfrm>
                <a:off x="1733170" y="806130"/>
                <a:ext cx="6933960" cy="2487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250F205-1061-5741-1905-D4DB9CAA8ED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15170" y="788490"/>
                  <a:ext cx="6969600" cy="28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95D6008B-3DFB-4588-9634-D13376756E5E}"/>
                  </a:ext>
                </a:extLst>
              </p14:cNvPr>
              <p14:cNvContentPartPr/>
              <p14:nvPr/>
            </p14:nvContentPartPr>
            <p14:xfrm>
              <a:off x="9753610" y="5866290"/>
              <a:ext cx="6480" cy="144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95D6008B-3DFB-4588-9634-D13376756E5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735970" y="5848290"/>
                <a:ext cx="421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08C99996-3804-64E6-2DB5-6A16DE7FEBC9}"/>
                  </a:ext>
                </a:extLst>
              </p14:cNvPr>
              <p14:cNvContentPartPr/>
              <p14:nvPr/>
            </p14:nvContentPartPr>
            <p14:xfrm>
              <a:off x="6279610" y="4355730"/>
              <a:ext cx="360" cy="36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08C99996-3804-64E6-2DB5-6A16DE7FEBC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261970" y="433773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11CA2655-243A-10C1-3C5E-7F0C3EB22109}"/>
              </a:ext>
            </a:extLst>
          </p:cNvPr>
          <p:cNvGrpSpPr/>
          <p:nvPr/>
        </p:nvGrpSpPr>
        <p:grpSpPr>
          <a:xfrm>
            <a:off x="9442210" y="2374290"/>
            <a:ext cx="952200" cy="797040"/>
            <a:chOff x="9442210" y="2374290"/>
            <a:chExt cx="95220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EF1815A-A21B-47F8-EDDA-491418EFFE21}"/>
                    </a:ext>
                  </a:extLst>
                </p14:cNvPr>
                <p14:cNvContentPartPr/>
                <p14:nvPr/>
              </p14:nvContentPartPr>
              <p14:xfrm>
                <a:off x="9478210" y="2399850"/>
                <a:ext cx="128160" cy="3204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EF1815A-A21B-47F8-EDDA-491418EFFE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60570" y="2382210"/>
                  <a:ext cx="1638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FD93421-693A-FAB0-F176-6E47661A1D2F}"/>
                    </a:ext>
                  </a:extLst>
                </p14:cNvPr>
                <p14:cNvContentPartPr/>
                <p14:nvPr/>
              </p14:nvContentPartPr>
              <p14:xfrm>
                <a:off x="9719050" y="2374290"/>
                <a:ext cx="149400" cy="34596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FD93421-693A-FAB0-F176-6E47661A1D2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01050" y="2356290"/>
                  <a:ext cx="185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8CCF7D3-B355-BDF9-6327-D47C6A5FCEE8}"/>
                    </a:ext>
                  </a:extLst>
                </p14:cNvPr>
                <p14:cNvContentPartPr/>
                <p14:nvPr/>
              </p14:nvContentPartPr>
              <p14:xfrm>
                <a:off x="9664330" y="2521890"/>
                <a:ext cx="189360" cy="374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8CCF7D3-B355-BDF9-6327-D47C6A5FCEE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46690" y="2504250"/>
                  <a:ext cx="225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C94FC0F-9714-B2C0-7A06-8A5C2F24B965}"/>
                    </a:ext>
                  </a:extLst>
                </p14:cNvPr>
                <p14:cNvContentPartPr/>
                <p14:nvPr/>
              </p14:nvContentPartPr>
              <p14:xfrm>
                <a:off x="9442210" y="2757330"/>
                <a:ext cx="533880" cy="561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C94FC0F-9714-B2C0-7A06-8A5C2F24B96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24210" y="2739330"/>
                  <a:ext cx="569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5FDB784-77E3-7C5E-F78C-999E071FA14D}"/>
                    </a:ext>
                  </a:extLst>
                </p14:cNvPr>
                <p14:cNvContentPartPr/>
                <p14:nvPr/>
              </p14:nvContentPartPr>
              <p14:xfrm>
                <a:off x="9512050" y="2906730"/>
                <a:ext cx="119520" cy="2325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5FDB784-77E3-7C5E-F78C-999E071FA1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94410" y="2889090"/>
                  <a:ext cx="155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7418E68-3B08-4D58-167A-C1535037CCE2}"/>
                    </a:ext>
                  </a:extLst>
                </p14:cNvPr>
                <p14:cNvContentPartPr/>
                <p14:nvPr/>
              </p14:nvContentPartPr>
              <p14:xfrm>
                <a:off x="9715090" y="2980170"/>
                <a:ext cx="157680" cy="1227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7418E68-3B08-4D58-167A-C1535037CCE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97450" y="2962530"/>
                  <a:ext cx="19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ECF8ABB-A751-7610-9E4B-F4538713059D}"/>
                    </a:ext>
                  </a:extLst>
                </p14:cNvPr>
                <p14:cNvContentPartPr/>
                <p14:nvPr/>
              </p14:nvContentPartPr>
              <p14:xfrm>
                <a:off x="9771970" y="2844810"/>
                <a:ext cx="83160" cy="2084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ECF8ABB-A751-7610-9E4B-F453871305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54330" y="2826810"/>
                  <a:ext cx="118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98F6E86-087C-978D-8302-D382EF688159}"/>
                    </a:ext>
                  </a:extLst>
                </p14:cNvPr>
                <p14:cNvContentPartPr/>
                <p14:nvPr/>
              </p14:nvContentPartPr>
              <p14:xfrm>
                <a:off x="9943690" y="2813850"/>
                <a:ext cx="186120" cy="2811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98F6E86-087C-978D-8302-D382EF68815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26050" y="2796210"/>
                  <a:ext cx="2217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305AAC0-F6A9-757F-80E8-7B1E449F6E95}"/>
                    </a:ext>
                  </a:extLst>
                </p14:cNvPr>
                <p14:cNvContentPartPr/>
                <p14:nvPr/>
              </p14:nvContentPartPr>
              <p14:xfrm>
                <a:off x="10185250" y="2871090"/>
                <a:ext cx="209160" cy="1580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305AAC0-F6A9-757F-80E8-7B1E449F6E9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67250" y="2853090"/>
                  <a:ext cx="244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0566BC3-BCAA-2C90-D317-ED95AF07FEA1}"/>
                    </a:ext>
                  </a:extLst>
                </p14:cNvPr>
                <p14:cNvContentPartPr/>
                <p14:nvPr/>
              </p14:nvContentPartPr>
              <p14:xfrm>
                <a:off x="10185250" y="2863890"/>
                <a:ext cx="19800" cy="648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0566BC3-BCAA-2C90-D317-ED95AF07FEA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67250" y="2845890"/>
                  <a:ext cx="55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6A480253-0BC4-EB21-5FE6-48ADF39EB69E}"/>
                    </a:ext>
                  </a:extLst>
                </p14:cNvPr>
                <p14:cNvContentPartPr/>
                <p14:nvPr/>
              </p14:nvContentPartPr>
              <p14:xfrm>
                <a:off x="9681610" y="3035250"/>
                <a:ext cx="97920" cy="13608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6A480253-0BC4-EB21-5FE6-48ADF39EB69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63610" y="3017250"/>
                  <a:ext cx="13356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620AB7CB-BC0B-CAEB-6A7F-ABD5883E2BBA}"/>
                  </a:ext>
                </a:extLst>
              </p14:cNvPr>
              <p14:cNvContentPartPr/>
              <p14:nvPr/>
            </p14:nvContentPartPr>
            <p14:xfrm>
              <a:off x="2107930" y="5098050"/>
              <a:ext cx="1646280" cy="121608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620AB7CB-BC0B-CAEB-6A7F-ABD5883E2BB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090290" y="5080410"/>
                <a:ext cx="1681920" cy="12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31667459-B74E-3E2A-22D3-D0E3B9566A94}"/>
                  </a:ext>
                </a:extLst>
              </p14:cNvPr>
              <p14:cNvContentPartPr/>
              <p14:nvPr/>
            </p14:nvContentPartPr>
            <p14:xfrm>
              <a:off x="1999930" y="5631930"/>
              <a:ext cx="626760" cy="64044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31667459-B74E-3E2A-22D3-D0E3B9566A9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982290" y="5614290"/>
                <a:ext cx="662400" cy="6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94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DE18-3321-6BE9-427E-F9F9F29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Minimizing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31B0-360E-34AA-71FA-268C9EFB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890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To minimize a function, set its gradient to equal 0</a:t>
            </a:r>
          </a:p>
          <a:p>
            <a:endParaRPr lang="en-US" dirty="0"/>
          </a:p>
          <a:p>
            <a:pPr lvl="1"/>
            <a:r>
              <a:rPr lang="en-US" dirty="0"/>
              <a:t>Finds global minimum if f is a convex function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non-convex function, still often finds a good solution, i.e., a local minimum</a:t>
            </a:r>
          </a:p>
          <a:p>
            <a:pPr lvl="1"/>
            <a:endParaRPr lang="en-US" dirty="0"/>
          </a:p>
          <a:p>
            <a:r>
              <a:rPr lang="en-US" dirty="0"/>
              <a:t>Gradient is a very complicated expression, can’t solve by setting to 0</a:t>
            </a:r>
          </a:p>
          <a:p>
            <a:endParaRPr lang="en-US" dirty="0"/>
          </a:p>
          <a:p>
            <a:r>
              <a:rPr lang="en-US" dirty="0"/>
              <a:t>Instead, update iteratively. This is called gradient descent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42BC30B-A868-3AE1-1873-C5A183B3C586}"/>
                  </a:ext>
                </a:extLst>
              </p14:cNvPr>
              <p14:cNvContentPartPr/>
              <p14:nvPr/>
            </p14:nvContentPartPr>
            <p14:xfrm>
              <a:off x="5638450" y="2495250"/>
              <a:ext cx="2470680" cy="70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42BC30B-A868-3AE1-1873-C5A183B3C5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0450" y="2477250"/>
                <a:ext cx="25063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79F679E-055E-3722-D5E4-DD28FB7767AA}"/>
                  </a:ext>
                </a:extLst>
              </p14:cNvPr>
              <p14:cNvContentPartPr/>
              <p14:nvPr/>
            </p14:nvContentPartPr>
            <p14:xfrm>
              <a:off x="1771690" y="3377250"/>
              <a:ext cx="5365800" cy="96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79F679E-055E-3722-D5E4-DD28FB7767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3690" y="3359250"/>
                <a:ext cx="54014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A755901-0EB5-8CF4-8FEA-732A54AB99F2}"/>
                  </a:ext>
                </a:extLst>
              </p14:cNvPr>
              <p14:cNvContentPartPr/>
              <p14:nvPr/>
            </p14:nvContentPartPr>
            <p14:xfrm>
              <a:off x="9518530" y="4114890"/>
              <a:ext cx="485280" cy="92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A755901-0EB5-8CF4-8FEA-732A54AB99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00530" y="4096890"/>
                <a:ext cx="520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85ACE83-DBD5-9987-68F8-6E96ABDB9EC3}"/>
                  </a:ext>
                </a:extLst>
              </p14:cNvPr>
              <p14:cNvContentPartPr/>
              <p14:nvPr/>
            </p14:nvContentPartPr>
            <p14:xfrm>
              <a:off x="1479370" y="4470210"/>
              <a:ext cx="1393560" cy="554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85ACE83-DBD5-9987-68F8-6E96ABDB9E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61370" y="4452570"/>
                <a:ext cx="142920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1494724E-0E71-AD78-1A7A-66AFF97619A7}"/>
              </a:ext>
            </a:extLst>
          </p:cNvPr>
          <p:cNvGrpSpPr/>
          <p:nvPr/>
        </p:nvGrpSpPr>
        <p:grpSpPr>
          <a:xfrm>
            <a:off x="388930" y="4857210"/>
            <a:ext cx="724680" cy="788400"/>
            <a:chOff x="388930" y="4857210"/>
            <a:chExt cx="724680" cy="78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D4BD4F-65C6-6F5B-0004-10107F15F1E7}"/>
                    </a:ext>
                  </a:extLst>
                </p14:cNvPr>
                <p14:cNvContentPartPr/>
                <p14:nvPr/>
              </p14:nvContentPartPr>
              <p14:xfrm>
                <a:off x="388930" y="5039730"/>
                <a:ext cx="695160" cy="605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D4BD4F-65C6-6F5B-0004-10107F15F1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1290" y="5021730"/>
                  <a:ext cx="73080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268DE35-22FF-8B54-BE45-779B5AB6D03A}"/>
                    </a:ext>
                  </a:extLst>
                </p14:cNvPr>
                <p14:cNvContentPartPr/>
                <p14:nvPr/>
              </p14:nvContentPartPr>
              <p14:xfrm>
                <a:off x="895090" y="4857210"/>
                <a:ext cx="218520" cy="432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268DE35-22FF-8B54-BE45-779B5AB6D0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7090" y="4839570"/>
                  <a:ext cx="25416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7E60216-8103-F4EE-FACE-A41D40210CBB}"/>
              </a:ext>
            </a:extLst>
          </p:cNvPr>
          <p:cNvGrpSpPr/>
          <p:nvPr/>
        </p:nvGrpSpPr>
        <p:grpSpPr>
          <a:xfrm>
            <a:off x="336370" y="5818770"/>
            <a:ext cx="585720" cy="493200"/>
            <a:chOff x="336370" y="5818770"/>
            <a:chExt cx="58572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08CF628-B36B-CA77-6594-663733AC1703}"/>
                    </a:ext>
                  </a:extLst>
                </p14:cNvPr>
                <p14:cNvContentPartPr/>
                <p14:nvPr/>
              </p14:nvContentPartPr>
              <p14:xfrm>
                <a:off x="336370" y="5936130"/>
                <a:ext cx="545400" cy="375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08CF628-B36B-CA77-6594-663733AC17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8370" y="5918490"/>
                  <a:ext cx="5810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C60876-6736-8636-D18F-C1E0593F2BD8}"/>
                    </a:ext>
                  </a:extLst>
                </p14:cNvPr>
                <p14:cNvContentPartPr/>
                <p14:nvPr/>
              </p14:nvContentPartPr>
              <p14:xfrm>
                <a:off x="822730" y="5818770"/>
                <a:ext cx="99360" cy="181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C60876-6736-8636-D18F-C1E0593F2B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5090" y="5801130"/>
                  <a:ext cx="13500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DF66C14-2AE0-5B51-3C50-C4F822F4BC4D}"/>
                  </a:ext>
                </a:extLst>
              </p14:cNvPr>
              <p14:cNvContentPartPr/>
              <p14:nvPr/>
            </p14:nvContentPartPr>
            <p14:xfrm>
              <a:off x="2215930" y="6197130"/>
              <a:ext cx="2706480" cy="64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DF66C14-2AE0-5B51-3C50-C4F822F4BC4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98290" y="6179490"/>
                <a:ext cx="274212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B7A6859-C784-8DD4-34D5-054B71A8F830}"/>
                  </a:ext>
                </a:extLst>
              </p14:cNvPr>
              <p14:cNvContentPartPr/>
              <p14:nvPr/>
            </p14:nvContentPartPr>
            <p14:xfrm>
              <a:off x="5168650" y="6197130"/>
              <a:ext cx="4263480" cy="324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B7A6859-C784-8DD4-34D5-054B71A8F8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50650" y="6179130"/>
                <a:ext cx="4299120" cy="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11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F219-169A-61BA-BFAD-D94621C7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Gradient Descent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24579D6-1C0F-90B7-B907-4FE164384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59" y="1052513"/>
            <a:ext cx="10896215" cy="2827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FCFC939-7C55-AD45-9D75-E784AD8F7B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7517" y="4032663"/>
                <a:ext cx="11417847" cy="2682462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dirty="0"/>
                  <a:t> is a “learning rate”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We “move a little” in a direction (the negative gradient) that reduces loss function</a:t>
                </a:r>
              </a:p>
              <a:p>
                <a:pPr lvl="1"/>
                <a:r>
                  <a:rPr lang="en-US" dirty="0"/>
                  <a:t>Think of rolling  ball down a hill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Can just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dirty="0"/>
                  <a:t> in practice, though often easier to prove statements about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FCFC939-7C55-AD45-9D75-E784AD8F7B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517" y="4032663"/>
                <a:ext cx="11417847" cy="2682462"/>
              </a:xfrm>
              <a:blipFill>
                <a:blip r:embed="rId3"/>
                <a:stretch>
                  <a:fillRect l="-854" t="-3636" r="-320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47DF78-C8FF-9801-1802-A791F12AF72F}"/>
                  </a:ext>
                </a:extLst>
              </p14:cNvPr>
              <p14:cNvContentPartPr/>
              <p14:nvPr/>
            </p14:nvContentPartPr>
            <p14:xfrm>
              <a:off x="4387450" y="2412450"/>
              <a:ext cx="241560" cy="20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47DF78-C8FF-9801-1802-A791F12AF7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9810" y="2394450"/>
                <a:ext cx="277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67E540B-CD54-8DE9-16CC-20328A7AB60E}"/>
                  </a:ext>
                </a:extLst>
              </p14:cNvPr>
              <p14:cNvContentPartPr/>
              <p14:nvPr/>
            </p14:nvContentPartPr>
            <p14:xfrm>
              <a:off x="5238490" y="2971890"/>
              <a:ext cx="336960" cy="129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67E540B-CD54-8DE9-16CC-20328A7AB6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0490" y="2953890"/>
                <a:ext cx="372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A3CEA7D-8DF2-2560-2668-2BD314C685FC}"/>
                  </a:ext>
                </a:extLst>
              </p14:cNvPr>
              <p14:cNvContentPartPr/>
              <p14:nvPr/>
            </p14:nvContentPartPr>
            <p14:xfrm>
              <a:off x="5911690" y="2984130"/>
              <a:ext cx="183600" cy="15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A3CEA7D-8DF2-2560-2668-2BD314C685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3690" y="2966130"/>
                <a:ext cx="2192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921A064-2B1F-750D-1983-FE59FD62F7A7}"/>
                  </a:ext>
                </a:extLst>
              </p14:cNvPr>
              <p14:cNvContentPartPr/>
              <p14:nvPr/>
            </p14:nvContentPartPr>
            <p14:xfrm>
              <a:off x="6413170" y="2977650"/>
              <a:ext cx="185040" cy="7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921A064-2B1F-750D-1983-FE59FD62F7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95530" y="2959650"/>
                <a:ext cx="220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2B08955-2453-12FE-A13C-898CC6CAF52B}"/>
                  </a:ext>
                </a:extLst>
              </p14:cNvPr>
              <p14:cNvContentPartPr/>
              <p14:nvPr/>
            </p14:nvContentPartPr>
            <p14:xfrm>
              <a:off x="939730" y="4512690"/>
              <a:ext cx="2744280" cy="1616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2B08955-2453-12FE-A13C-898CC6CAF5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1730" y="4494690"/>
                <a:ext cx="27799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E25BD06-6DBE-4D8C-1839-BB59D02A258D}"/>
                  </a:ext>
                </a:extLst>
              </p14:cNvPr>
              <p14:cNvContentPartPr/>
              <p14:nvPr/>
            </p14:nvContentPartPr>
            <p14:xfrm>
              <a:off x="6756610" y="2971890"/>
              <a:ext cx="811800" cy="38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E25BD06-6DBE-4D8C-1839-BB59D02A258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8610" y="2953890"/>
                <a:ext cx="84744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D350077-35D2-DA5A-91AF-EA0F0BE308CC}"/>
              </a:ext>
            </a:extLst>
          </p:cNvPr>
          <p:cNvGrpSpPr/>
          <p:nvPr/>
        </p:nvGrpSpPr>
        <p:grpSpPr>
          <a:xfrm>
            <a:off x="6512170" y="3606570"/>
            <a:ext cx="508320" cy="395640"/>
            <a:chOff x="6512170" y="3606570"/>
            <a:chExt cx="50832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CADEEAD-5356-3F54-15B6-0EF23C16CB4C}"/>
                    </a:ext>
                  </a:extLst>
                </p14:cNvPr>
                <p14:cNvContentPartPr/>
                <p14:nvPr/>
              </p14:nvContentPartPr>
              <p14:xfrm>
                <a:off x="6515050" y="3606570"/>
                <a:ext cx="110160" cy="194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CADEEAD-5356-3F54-15B6-0EF23C16CB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97050" y="3588570"/>
                  <a:ext cx="145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9959926-847E-B6C1-283B-A3DA43B0F1C4}"/>
                    </a:ext>
                  </a:extLst>
                </p14:cNvPr>
                <p14:cNvContentPartPr/>
                <p14:nvPr/>
              </p14:nvContentPartPr>
              <p14:xfrm>
                <a:off x="6512170" y="3616650"/>
                <a:ext cx="123840" cy="155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9959926-847E-B6C1-283B-A3DA43B0F1C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94170" y="3598650"/>
                  <a:ext cx="159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7D31F89-9AD3-C7F5-23EC-0FA0511EA66B}"/>
                    </a:ext>
                  </a:extLst>
                </p14:cNvPr>
                <p14:cNvContentPartPr/>
                <p14:nvPr/>
              </p14:nvContentPartPr>
              <p14:xfrm>
                <a:off x="6794410" y="3727530"/>
                <a:ext cx="62280" cy="274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7D31F89-9AD3-C7F5-23EC-0FA0511EA6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6410" y="3709530"/>
                  <a:ext cx="979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37B1CF-0EDB-4E8B-2A61-574475F142C5}"/>
                    </a:ext>
                  </a:extLst>
                </p14:cNvPr>
                <p14:cNvContentPartPr/>
                <p14:nvPr/>
              </p14:nvContentPartPr>
              <p14:xfrm>
                <a:off x="6692530" y="3739410"/>
                <a:ext cx="327960" cy="39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37B1CF-0EDB-4E8B-2A61-574475F142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74890" y="3721770"/>
                  <a:ext cx="36360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E97DDD8-AF80-4F76-FBEE-D7DCF8052CDB}"/>
                  </a:ext>
                </a:extLst>
              </p14:cNvPr>
              <p14:cNvContentPartPr/>
              <p14:nvPr/>
            </p14:nvContentPartPr>
            <p14:xfrm>
              <a:off x="3016210" y="3689010"/>
              <a:ext cx="1263960" cy="705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E97DDD8-AF80-4F76-FBEE-D7DCF8052C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98210" y="3671010"/>
                <a:ext cx="12996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F6F61C7-AD3C-BD5C-9844-64CCFB890687}"/>
                  </a:ext>
                </a:extLst>
              </p14:cNvPr>
              <p14:cNvContentPartPr/>
              <p14:nvPr/>
            </p14:nvContentPartPr>
            <p14:xfrm>
              <a:off x="6495970" y="4044690"/>
              <a:ext cx="336960" cy="637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F6F61C7-AD3C-BD5C-9844-64CCFB89068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77970" y="4026690"/>
                <a:ext cx="3726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2EEA9C8-8EA6-136D-4B73-AA5EA8423264}"/>
                  </a:ext>
                </a:extLst>
              </p14:cNvPr>
              <p14:cNvContentPartPr/>
              <p14:nvPr/>
            </p14:nvContentPartPr>
            <p14:xfrm>
              <a:off x="9169330" y="215370"/>
              <a:ext cx="1804680" cy="14554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2EEA9C8-8EA6-136D-4B73-AA5EA842326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151330" y="197730"/>
                <a:ext cx="1840320" cy="149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913F3EC-4F09-E989-6413-6EDABBFECA46}"/>
              </a:ext>
            </a:extLst>
          </p:cNvPr>
          <p:cNvGrpSpPr/>
          <p:nvPr/>
        </p:nvGrpSpPr>
        <p:grpSpPr>
          <a:xfrm>
            <a:off x="10769170" y="2357730"/>
            <a:ext cx="1478880" cy="1044000"/>
            <a:chOff x="10769170" y="2357730"/>
            <a:chExt cx="1478880" cy="10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DE82583-B77E-3328-F084-A768F35E01BF}"/>
                    </a:ext>
                  </a:extLst>
                </p14:cNvPr>
                <p14:cNvContentPartPr/>
                <p14:nvPr/>
              </p14:nvContentPartPr>
              <p14:xfrm>
                <a:off x="10779610" y="2914290"/>
                <a:ext cx="129600" cy="394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DE82583-B77E-3328-F084-A768F35E01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61610" y="2896650"/>
                  <a:ext cx="1652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5D187A1-06EC-5C89-2479-F2A8E8352B94}"/>
                    </a:ext>
                  </a:extLst>
                </p14:cNvPr>
                <p14:cNvContentPartPr/>
                <p14:nvPr/>
              </p14:nvContentPartPr>
              <p14:xfrm>
                <a:off x="10769170" y="3243330"/>
                <a:ext cx="200160" cy="71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5D187A1-06EC-5C89-2479-F2A8E8352B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51530" y="3225690"/>
                  <a:ext cx="235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365D08B-B543-B21C-6DF9-A985A8AEE85C}"/>
                    </a:ext>
                  </a:extLst>
                </p14:cNvPr>
                <p14:cNvContentPartPr/>
                <p14:nvPr/>
              </p14:nvContentPartPr>
              <p14:xfrm>
                <a:off x="10871050" y="3320730"/>
                <a:ext cx="6840" cy="81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365D08B-B543-B21C-6DF9-A985A8AEE85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53410" y="3303090"/>
                  <a:ext cx="424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2C570EE-02FF-FA6E-8CDB-A0339E9B60FE}"/>
                    </a:ext>
                  </a:extLst>
                </p14:cNvPr>
                <p14:cNvContentPartPr/>
                <p14:nvPr/>
              </p14:nvContentPartPr>
              <p14:xfrm>
                <a:off x="11040970" y="2876490"/>
                <a:ext cx="189360" cy="499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2C570EE-02FF-FA6E-8CDB-A0339E9B60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023330" y="2858490"/>
                  <a:ext cx="2250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1AC138E-62EA-F11B-5E16-C2052C6042B5}"/>
                    </a:ext>
                  </a:extLst>
                </p14:cNvPr>
                <p14:cNvContentPartPr/>
                <p14:nvPr/>
              </p14:nvContentPartPr>
              <p14:xfrm>
                <a:off x="11195050" y="3111570"/>
                <a:ext cx="227520" cy="124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1AC138E-62EA-F11B-5E16-C2052C6042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77410" y="3093570"/>
                  <a:ext cx="263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EF7F93D-0468-504C-ED93-349AC0B0BF5B}"/>
                    </a:ext>
                  </a:extLst>
                </p14:cNvPr>
                <p14:cNvContentPartPr/>
                <p14:nvPr/>
              </p14:nvContentPartPr>
              <p14:xfrm>
                <a:off x="11310970" y="3022290"/>
                <a:ext cx="55800" cy="302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EF7F93D-0468-504C-ED93-349AC0B0BF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93330" y="3004290"/>
                  <a:ext cx="91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9D713F6-BCF1-E106-FF4D-4FD9D33EDFE8}"/>
                    </a:ext>
                  </a:extLst>
                </p14:cNvPr>
                <p14:cNvContentPartPr/>
                <p14:nvPr/>
              </p14:nvContentPartPr>
              <p14:xfrm>
                <a:off x="11360290" y="2876490"/>
                <a:ext cx="128520" cy="424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9D713F6-BCF1-E106-FF4D-4FD9D33EDF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42290" y="2858490"/>
                  <a:ext cx="1641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34FABCC-7956-2A99-33A9-5F612F5D9EEB}"/>
                    </a:ext>
                  </a:extLst>
                </p14:cNvPr>
                <p14:cNvContentPartPr/>
                <p14:nvPr/>
              </p14:nvContentPartPr>
              <p14:xfrm>
                <a:off x="11614090" y="2917890"/>
                <a:ext cx="96120" cy="73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34FABCC-7956-2A99-33A9-5F612F5D9E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596450" y="2899890"/>
                  <a:ext cx="1317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F007C57-FEE7-3430-B384-6BCD809F4D68}"/>
                    </a:ext>
                  </a:extLst>
                </p14:cNvPr>
                <p14:cNvContentPartPr/>
                <p14:nvPr/>
              </p14:nvContentPartPr>
              <p14:xfrm>
                <a:off x="11664490" y="3059730"/>
                <a:ext cx="93960" cy="45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F007C57-FEE7-3430-B384-6BCD809F4D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646850" y="3041730"/>
                  <a:ext cx="129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20F1FE9-DB1B-6C1A-043E-4CB3DB7BE590}"/>
                    </a:ext>
                  </a:extLst>
                </p14:cNvPr>
                <p14:cNvContentPartPr/>
                <p14:nvPr/>
              </p14:nvContentPartPr>
              <p14:xfrm>
                <a:off x="11817130" y="2844810"/>
                <a:ext cx="207000" cy="133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20F1FE9-DB1B-6C1A-043E-4CB3DB7BE5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99490" y="2826810"/>
                  <a:ext cx="242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B0E0CD3-489B-6F23-E096-0E9013A57661}"/>
                    </a:ext>
                  </a:extLst>
                </p14:cNvPr>
                <p14:cNvContentPartPr/>
                <p14:nvPr/>
              </p14:nvContentPartPr>
              <p14:xfrm>
                <a:off x="11906050" y="2742930"/>
                <a:ext cx="51120" cy="314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B0E0CD3-489B-6F23-E096-0E9013A576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888410" y="2724930"/>
                  <a:ext cx="867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5039831-C327-3F4A-9583-FC9254E78A4B}"/>
                    </a:ext>
                  </a:extLst>
                </p14:cNvPr>
                <p14:cNvContentPartPr/>
                <p14:nvPr/>
              </p14:nvContentPartPr>
              <p14:xfrm>
                <a:off x="12001450" y="2357730"/>
                <a:ext cx="112320" cy="280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5039831-C327-3F4A-9583-FC9254E78A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83810" y="2339730"/>
                  <a:ext cx="147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88DE286-F86E-521B-103B-7E9F23ADBB7F}"/>
                    </a:ext>
                  </a:extLst>
                </p14:cNvPr>
                <p14:cNvContentPartPr/>
                <p14:nvPr/>
              </p14:nvContentPartPr>
              <p14:xfrm>
                <a:off x="12058330" y="2501010"/>
                <a:ext cx="189720" cy="147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88DE286-F86E-521B-103B-7E9F23ADBB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040330" y="2483010"/>
                  <a:ext cx="22536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2B9E6ADF-72D6-03EC-F4C7-53555B1D464D}"/>
                  </a:ext>
                </a:extLst>
              </p14:cNvPr>
              <p14:cNvContentPartPr/>
              <p14:nvPr/>
            </p14:nvContentPartPr>
            <p14:xfrm>
              <a:off x="9270850" y="2576970"/>
              <a:ext cx="265680" cy="33732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2B9E6ADF-72D6-03EC-F4C7-53555B1D464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252850" y="2559330"/>
                <a:ext cx="301320" cy="37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82DD0CE1-D3BF-ED93-7945-A1273D66B62D}"/>
              </a:ext>
            </a:extLst>
          </p:cNvPr>
          <p:cNvGrpSpPr/>
          <p:nvPr/>
        </p:nvGrpSpPr>
        <p:grpSpPr>
          <a:xfrm>
            <a:off x="10680610" y="3614130"/>
            <a:ext cx="1586520" cy="1228680"/>
            <a:chOff x="10680610" y="3614130"/>
            <a:chExt cx="1586520" cy="12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E9B8683-5068-65F7-7957-F71649658155}"/>
                    </a:ext>
                  </a:extLst>
                </p14:cNvPr>
                <p14:cNvContentPartPr/>
                <p14:nvPr/>
              </p14:nvContentPartPr>
              <p14:xfrm>
                <a:off x="10723810" y="3614130"/>
                <a:ext cx="203760" cy="442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E9B8683-5068-65F7-7957-F716496581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05810" y="3596490"/>
                  <a:ext cx="2394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2929D7E-B8EE-DC9C-91D6-6E2FEB37483A}"/>
                    </a:ext>
                  </a:extLst>
                </p14:cNvPr>
                <p14:cNvContentPartPr/>
                <p14:nvPr/>
              </p14:nvContentPartPr>
              <p14:xfrm>
                <a:off x="10952050" y="3643290"/>
                <a:ext cx="147960" cy="4748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2929D7E-B8EE-DC9C-91D6-6E2FEB3748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34050" y="3625650"/>
                  <a:ext cx="1836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E5DF7E5-5897-72FA-9AAE-84B4E8411DEA}"/>
                    </a:ext>
                  </a:extLst>
                </p14:cNvPr>
                <p14:cNvContentPartPr/>
                <p14:nvPr/>
              </p14:nvContentPartPr>
              <p14:xfrm>
                <a:off x="10979050" y="3912570"/>
                <a:ext cx="200160" cy="626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E5DF7E5-5897-72FA-9AAE-84B4E8411D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61410" y="3894930"/>
                  <a:ext cx="235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3B19B06-A2AF-DD61-E552-0449151BDDB3}"/>
                    </a:ext>
                  </a:extLst>
                </p14:cNvPr>
                <p14:cNvContentPartPr/>
                <p14:nvPr/>
              </p14:nvContentPartPr>
              <p14:xfrm>
                <a:off x="10680610" y="4260690"/>
                <a:ext cx="567720" cy="284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3B19B06-A2AF-DD61-E552-0449151BDDB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62610" y="4242690"/>
                  <a:ext cx="603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1BD86FA-B13D-16ED-2942-CCCCB4363820}"/>
                    </a:ext>
                  </a:extLst>
                </p14:cNvPr>
                <p14:cNvContentPartPr/>
                <p14:nvPr/>
              </p14:nvContentPartPr>
              <p14:xfrm>
                <a:off x="10758370" y="4441770"/>
                <a:ext cx="252720" cy="3484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1BD86FA-B13D-16ED-2942-CCCCB43638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40730" y="4424130"/>
                  <a:ext cx="2883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7E76F28-79A7-951D-FE06-2CF26C7387AB}"/>
                    </a:ext>
                  </a:extLst>
                </p14:cNvPr>
                <p14:cNvContentPartPr/>
                <p14:nvPr/>
              </p14:nvContentPartPr>
              <p14:xfrm>
                <a:off x="11061490" y="4628610"/>
                <a:ext cx="172080" cy="1404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7E76F28-79A7-951D-FE06-2CF26C7387A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43850" y="4610610"/>
                  <a:ext cx="207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FC2EE47-3FBD-AFC0-4EBA-49205908CA4F}"/>
                    </a:ext>
                  </a:extLst>
                </p14:cNvPr>
                <p14:cNvContentPartPr/>
                <p14:nvPr/>
              </p14:nvContentPartPr>
              <p14:xfrm>
                <a:off x="11097850" y="4577850"/>
                <a:ext cx="122760" cy="2649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FC2EE47-3FBD-AFC0-4EBA-49205908CA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79850" y="4560210"/>
                  <a:ext cx="158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865A852-E1D5-E812-C33E-7A36B25688E0}"/>
                    </a:ext>
                  </a:extLst>
                </p14:cNvPr>
                <p14:cNvContentPartPr/>
                <p14:nvPr/>
              </p14:nvContentPartPr>
              <p14:xfrm>
                <a:off x="11391970" y="4140090"/>
                <a:ext cx="131400" cy="3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865A852-E1D5-E812-C33E-7A36B25688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73970" y="4122450"/>
                  <a:ext cx="167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5E5A834-79E8-6531-E1B1-A416C3CA3BE0}"/>
                    </a:ext>
                  </a:extLst>
                </p14:cNvPr>
                <p14:cNvContentPartPr/>
                <p14:nvPr/>
              </p14:nvContentPartPr>
              <p14:xfrm>
                <a:off x="11423650" y="4188690"/>
                <a:ext cx="192240" cy="158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5E5A834-79E8-6531-E1B1-A416C3CA3B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05650" y="4170690"/>
                  <a:ext cx="227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675D610-B23D-6BBF-60EA-34A0CCB50C89}"/>
                    </a:ext>
                  </a:extLst>
                </p14:cNvPr>
                <p14:cNvContentPartPr/>
                <p14:nvPr/>
              </p14:nvContentPartPr>
              <p14:xfrm>
                <a:off x="11643610" y="3996810"/>
                <a:ext cx="299520" cy="5284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675D610-B23D-6BBF-60EA-34A0CCB50C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625970" y="3979170"/>
                  <a:ext cx="33516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5586E39-9E43-8E4A-69AD-DD6DC1134C55}"/>
                    </a:ext>
                  </a:extLst>
                </p14:cNvPr>
                <p14:cNvContentPartPr/>
                <p14:nvPr/>
              </p14:nvContentPartPr>
              <p14:xfrm>
                <a:off x="12051850" y="4254570"/>
                <a:ext cx="215280" cy="2826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5586E39-9E43-8E4A-69AD-DD6DC1134C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034210" y="4236570"/>
                  <a:ext cx="2509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CF2D40D-BFEC-2FE2-B8D1-1970403CD0C5}"/>
                    </a:ext>
                  </a:extLst>
                </p14:cNvPr>
                <p14:cNvContentPartPr/>
                <p14:nvPr/>
              </p14:nvContentPartPr>
              <p14:xfrm>
                <a:off x="12037450" y="4266810"/>
                <a:ext cx="218160" cy="2905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CF2D40D-BFEC-2FE2-B8D1-1970403CD0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019810" y="4249170"/>
                  <a:ext cx="25380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B9F57069-E122-9570-F8E7-8D378942F2F4}"/>
              </a:ext>
            </a:extLst>
          </p:cNvPr>
          <p:cNvGrpSpPr/>
          <p:nvPr/>
        </p:nvGrpSpPr>
        <p:grpSpPr>
          <a:xfrm>
            <a:off x="8692690" y="2584530"/>
            <a:ext cx="464040" cy="586080"/>
            <a:chOff x="8692690" y="2584530"/>
            <a:chExt cx="46404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7FC8AAD-7917-9A88-E27A-5A97194E8412}"/>
                    </a:ext>
                  </a:extLst>
                </p14:cNvPr>
                <p14:cNvContentPartPr/>
                <p14:nvPr/>
              </p14:nvContentPartPr>
              <p14:xfrm>
                <a:off x="8692690" y="2584530"/>
                <a:ext cx="268560" cy="407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7FC8AAD-7917-9A88-E27A-5A97194E84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75050" y="2566530"/>
                  <a:ext cx="3042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7C9EB2C-8D62-12FF-4C5F-DE8737F81B69}"/>
                    </a:ext>
                  </a:extLst>
                </p14:cNvPr>
                <p14:cNvContentPartPr/>
                <p14:nvPr/>
              </p14:nvContentPartPr>
              <p14:xfrm>
                <a:off x="8693410" y="2584530"/>
                <a:ext cx="139320" cy="430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7C9EB2C-8D62-12FF-4C5F-DE8737F81B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75410" y="2566530"/>
                  <a:ext cx="1749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75E3CBA-094B-BBB2-6CE8-8DC78E0024DE}"/>
                    </a:ext>
                  </a:extLst>
                </p14:cNvPr>
                <p14:cNvContentPartPr/>
                <p14:nvPr/>
              </p14:nvContentPartPr>
              <p14:xfrm>
                <a:off x="8940370" y="2729970"/>
                <a:ext cx="170640" cy="162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75E3CBA-094B-BBB2-6CE8-8DC78E0024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22730" y="2712330"/>
                  <a:ext cx="20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E4AAB67-BC19-61E5-52BF-2484B0ACC830}"/>
                    </a:ext>
                  </a:extLst>
                </p14:cNvPr>
                <p14:cNvContentPartPr/>
                <p14:nvPr/>
              </p14:nvContentPartPr>
              <p14:xfrm>
                <a:off x="8965930" y="2857050"/>
                <a:ext cx="190800" cy="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E4AAB67-BC19-61E5-52BF-2484B0ACC8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47930" y="2839410"/>
                  <a:ext cx="226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DD9E81D-6D1B-B7B9-E190-FA56AEA23EAD}"/>
                    </a:ext>
                  </a:extLst>
                </p14:cNvPr>
                <p14:cNvContentPartPr/>
                <p14:nvPr/>
              </p14:nvContentPartPr>
              <p14:xfrm>
                <a:off x="8968450" y="3033810"/>
                <a:ext cx="165240" cy="136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DD9E81D-6D1B-B7B9-E190-FA56AEA23E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50450" y="3015810"/>
                  <a:ext cx="20088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5EC61D33-9218-FFC2-94F7-92711A206831}"/>
              </a:ext>
            </a:extLst>
          </p:cNvPr>
          <p:cNvGrpSpPr/>
          <p:nvPr/>
        </p:nvGrpSpPr>
        <p:grpSpPr>
          <a:xfrm>
            <a:off x="7911850" y="3873330"/>
            <a:ext cx="1198440" cy="504000"/>
            <a:chOff x="7911850" y="3873330"/>
            <a:chExt cx="119844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4ACAFE6-C928-0D9A-A384-42C6AE35CB6D}"/>
                    </a:ext>
                  </a:extLst>
                </p14:cNvPr>
                <p14:cNvContentPartPr/>
                <p14:nvPr/>
              </p14:nvContentPartPr>
              <p14:xfrm>
                <a:off x="7930930" y="3873330"/>
                <a:ext cx="201960" cy="2887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4ACAFE6-C928-0D9A-A384-42C6AE35CB6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13290" y="3855330"/>
                  <a:ext cx="2376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33136D8-2B73-C1BB-4EC9-67DC588468B5}"/>
                    </a:ext>
                  </a:extLst>
                </p14:cNvPr>
                <p14:cNvContentPartPr/>
                <p14:nvPr/>
              </p14:nvContentPartPr>
              <p14:xfrm>
                <a:off x="7911850" y="3892410"/>
                <a:ext cx="216360" cy="3351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33136D8-2B73-C1BB-4EC9-67DC588468B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94210" y="3874770"/>
                  <a:ext cx="2520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134FB86-ECDD-112B-90FB-D6B37729226E}"/>
                    </a:ext>
                  </a:extLst>
                </p14:cNvPr>
                <p14:cNvContentPartPr/>
                <p14:nvPr/>
              </p14:nvContentPartPr>
              <p14:xfrm>
                <a:off x="8230810" y="4089330"/>
                <a:ext cx="25560" cy="2880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134FB86-ECDD-112B-90FB-D6B37729226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12810" y="4071330"/>
                  <a:ext cx="612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75F9F5B-861C-B09F-303C-363236881942}"/>
                    </a:ext>
                  </a:extLst>
                </p14:cNvPr>
                <p14:cNvContentPartPr/>
                <p14:nvPr/>
              </p14:nvContentPartPr>
              <p14:xfrm>
                <a:off x="8445010" y="3962250"/>
                <a:ext cx="134280" cy="68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75F9F5B-861C-B09F-303C-36323688194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27370" y="3944250"/>
                  <a:ext cx="169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0946782-6DA6-3E3D-141A-69CD6E3578F0}"/>
                    </a:ext>
                  </a:extLst>
                </p14:cNvPr>
                <p14:cNvContentPartPr/>
                <p14:nvPr/>
              </p14:nvContentPartPr>
              <p14:xfrm>
                <a:off x="8451850" y="4070250"/>
                <a:ext cx="126000" cy="3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0946782-6DA6-3E3D-141A-69CD6E3578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33850" y="4052250"/>
                  <a:ext cx="161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402BDF4-F605-824D-5BD4-D53692525413}"/>
                    </a:ext>
                  </a:extLst>
                </p14:cNvPr>
                <p14:cNvContentPartPr/>
                <p14:nvPr/>
              </p14:nvContentPartPr>
              <p14:xfrm>
                <a:off x="8616010" y="3892410"/>
                <a:ext cx="294120" cy="4194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402BDF4-F605-824D-5BD4-D5369252541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98370" y="3874770"/>
                  <a:ext cx="3297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EA717A9-ED91-9565-8E75-006E0A59F670}"/>
                    </a:ext>
                  </a:extLst>
                </p14:cNvPr>
                <p14:cNvContentPartPr/>
                <p14:nvPr/>
              </p14:nvContentPartPr>
              <p14:xfrm>
                <a:off x="9048370" y="4083210"/>
                <a:ext cx="61920" cy="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EA717A9-ED91-9565-8E75-006E0A59F67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30730" y="4065210"/>
                  <a:ext cx="97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DD06537-D469-13DF-847D-1BD8DF8C979D}"/>
              </a:ext>
            </a:extLst>
          </p:cNvPr>
          <p:cNvGrpSpPr/>
          <p:nvPr/>
        </p:nvGrpSpPr>
        <p:grpSpPr>
          <a:xfrm>
            <a:off x="4070290" y="4266810"/>
            <a:ext cx="364320" cy="273600"/>
            <a:chOff x="4070290" y="4266810"/>
            <a:chExt cx="36432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131515A-6DDE-D114-E4D1-578B56D028F5}"/>
                    </a:ext>
                  </a:extLst>
                </p14:cNvPr>
                <p14:cNvContentPartPr/>
                <p14:nvPr/>
              </p14:nvContentPartPr>
              <p14:xfrm>
                <a:off x="4222210" y="4266810"/>
                <a:ext cx="6840" cy="1551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131515A-6DDE-D114-E4D1-578B56D028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04570" y="4249170"/>
                  <a:ext cx="42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95F5533-85A4-B7C4-7528-F72F29DB4F5A}"/>
                    </a:ext>
                  </a:extLst>
                </p14:cNvPr>
                <p14:cNvContentPartPr/>
                <p14:nvPr/>
              </p14:nvContentPartPr>
              <p14:xfrm>
                <a:off x="4070290" y="4508010"/>
                <a:ext cx="364320" cy="324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95F5533-85A4-B7C4-7528-F72F29DB4F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52650" y="4490370"/>
                  <a:ext cx="39996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9F93C258-2CC2-F816-40F7-4D3163068021}"/>
                  </a:ext>
                </a:extLst>
              </p14:cNvPr>
              <p14:cNvContentPartPr/>
              <p14:nvPr/>
            </p14:nvContentPartPr>
            <p14:xfrm>
              <a:off x="4139770" y="4685850"/>
              <a:ext cx="229680" cy="3819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9F93C258-2CC2-F816-40F7-4D316306802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122130" y="4668210"/>
                <a:ext cx="265320" cy="41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8" name="Group 357">
            <a:extLst>
              <a:ext uri="{FF2B5EF4-FFF2-40B4-BE49-F238E27FC236}">
                <a16:creationId xmlns:a16="http://schemas.microsoft.com/office/drawing/2014/main" id="{605B69DC-09DB-C2A4-6CF2-59B376F97B73}"/>
              </a:ext>
            </a:extLst>
          </p:cNvPr>
          <p:cNvGrpSpPr/>
          <p:nvPr/>
        </p:nvGrpSpPr>
        <p:grpSpPr>
          <a:xfrm>
            <a:off x="9150250" y="3879450"/>
            <a:ext cx="304200" cy="299160"/>
            <a:chOff x="9150250" y="3879450"/>
            <a:chExt cx="30420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A03CAC7-7B85-2658-A2C5-79896679A3DD}"/>
                    </a:ext>
                  </a:extLst>
                </p14:cNvPr>
                <p14:cNvContentPartPr/>
                <p14:nvPr/>
              </p14:nvContentPartPr>
              <p14:xfrm>
                <a:off x="9258250" y="3879450"/>
                <a:ext cx="34560" cy="2098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A03CAC7-7B85-2658-A2C5-79896679A3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240250" y="3861810"/>
                  <a:ext cx="70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C261224-A4C6-A881-9622-383A4398E2C0}"/>
                    </a:ext>
                  </a:extLst>
                </p14:cNvPr>
                <p14:cNvContentPartPr/>
                <p14:nvPr/>
              </p14:nvContentPartPr>
              <p14:xfrm>
                <a:off x="9150250" y="4121730"/>
                <a:ext cx="304200" cy="568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C261224-A4C6-A881-9622-383A4398E2C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32250" y="4104090"/>
                  <a:ext cx="339840" cy="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D60EC6D3-E571-4312-DB4D-839547C5FDA9}"/>
                  </a:ext>
                </a:extLst>
              </p14:cNvPr>
              <p14:cNvContentPartPr/>
              <p14:nvPr/>
            </p14:nvContentPartPr>
            <p14:xfrm>
              <a:off x="9252130" y="4304610"/>
              <a:ext cx="195120" cy="52092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D60EC6D3-E571-4312-DB4D-839547C5FDA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234130" y="4286610"/>
                <a:ext cx="230760" cy="55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E092E02D-50F2-4030-AF3C-5951D03C0A3A}"/>
              </a:ext>
            </a:extLst>
          </p:cNvPr>
          <p:cNvGrpSpPr/>
          <p:nvPr/>
        </p:nvGrpSpPr>
        <p:grpSpPr>
          <a:xfrm>
            <a:off x="9566410" y="3922650"/>
            <a:ext cx="333720" cy="571680"/>
            <a:chOff x="9566410" y="3922650"/>
            <a:chExt cx="333720" cy="5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73244DA-D404-CDE9-6542-09A63B811EB0}"/>
                    </a:ext>
                  </a:extLst>
                </p14:cNvPr>
                <p14:cNvContentPartPr/>
                <p14:nvPr/>
              </p14:nvContentPartPr>
              <p14:xfrm>
                <a:off x="9566410" y="4190490"/>
                <a:ext cx="3240" cy="79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73244DA-D404-CDE9-6542-09A63B811E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48770" y="4172850"/>
                  <a:ext cx="3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D349224-E8EE-ECC8-EE80-92EA732481DE}"/>
                    </a:ext>
                  </a:extLst>
                </p14:cNvPr>
                <p14:cNvContentPartPr/>
                <p14:nvPr/>
              </p14:nvContentPartPr>
              <p14:xfrm>
                <a:off x="9689890" y="3922650"/>
                <a:ext cx="210240" cy="5716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D349224-E8EE-ECC8-EE80-92EA732481D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71890" y="3905010"/>
                  <a:ext cx="245880" cy="60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79E5604D-FFE5-E6D5-C29A-F8D5CE8AEE2B}"/>
              </a:ext>
            </a:extLst>
          </p:cNvPr>
          <p:cNvGrpSpPr/>
          <p:nvPr/>
        </p:nvGrpSpPr>
        <p:grpSpPr>
          <a:xfrm>
            <a:off x="7051450" y="4584690"/>
            <a:ext cx="599040" cy="394200"/>
            <a:chOff x="7051450" y="4584690"/>
            <a:chExt cx="59904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3BA5F8B-7B4B-4F55-0305-1B05A1A820B7}"/>
                    </a:ext>
                  </a:extLst>
                </p14:cNvPr>
                <p14:cNvContentPartPr/>
                <p14:nvPr/>
              </p14:nvContentPartPr>
              <p14:xfrm>
                <a:off x="7086370" y="4603410"/>
                <a:ext cx="192240" cy="2422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3BA5F8B-7B4B-4F55-0305-1B05A1A820B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68370" y="4585410"/>
                  <a:ext cx="227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F9E52EC-BA4D-4014-EAD9-6176E3456625}"/>
                    </a:ext>
                  </a:extLst>
                </p14:cNvPr>
                <p14:cNvContentPartPr/>
                <p14:nvPr/>
              </p14:nvContentPartPr>
              <p14:xfrm>
                <a:off x="7051450" y="4584690"/>
                <a:ext cx="200520" cy="2973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F9E52EC-BA4D-4014-EAD9-6176E345662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33450" y="4566690"/>
                  <a:ext cx="2361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F09E092-08E3-3FB9-74EC-F3B51C642799}"/>
                    </a:ext>
                  </a:extLst>
                </p14:cNvPr>
                <p14:cNvContentPartPr/>
                <p14:nvPr/>
              </p14:nvContentPartPr>
              <p14:xfrm>
                <a:off x="7364650" y="4768650"/>
                <a:ext cx="14400" cy="210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F09E092-08E3-3FB9-74EC-F3B51C6427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46650" y="4750650"/>
                  <a:ext cx="50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A69BF47-2FA2-B596-C39D-5CE046A97A75}"/>
                    </a:ext>
                  </a:extLst>
                </p14:cNvPr>
                <p14:cNvContentPartPr/>
                <p14:nvPr/>
              </p14:nvContentPartPr>
              <p14:xfrm>
                <a:off x="7467250" y="4609530"/>
                <a:ext cx="183240" cy="133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A69BF47-2FA2-B596-C39D-5CE046A97A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49610" y="4591890"/>
                  <a:ext cx="218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76F9A23-28DA-B9AD-1F40-C6C5BFBC5A7B}"/>
                    </a:ext>
                  </a:extLst>
                </p14:cNvPr>
                <p14:cNvContentPartPr/>
                <p14:nvPr/>
              </p14:nvContentPartPr>
              <p14:xfrm>
                <a:off x="7505770" y="4717530"/>
                <a:ext cx="130680" cy="72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76F9A23-28DA-B9AD-1F40-C6C5BFBC5A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87770" y="4699890"/>
                  <a:ext cx="16632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5E178EA5-0A03-CB0E-5BA5-0BB3A25FA63E}"/>
                  </a:ext>
                </a:extLst>
              </p14:cNvPr>
              <p14:cNvContentPartPr/>
              <p14:nvPr/>
            </p14:nvContentPartPr>
            <p14:xfrm>
              <a:off x="7880170" y="4508370"/>
              <a:ext cx="38880" cy="48708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5E178EA5-0A03-CB0E-5BA5-0BB3A25FA63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862170" y="4490370"/>
                <a:ext cx="7452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81BFB53B-08DB-D84C-752A-BFF5168524B2}"/>
                  </a:ext>
                </a:extLst>
              </p14:cNvPr>
              <p14:cNvContentPartPr/>
              <p14:nvPr/>
            </p14:nvContentPartPr>
            <p14:xfrm>
              <a:off x="10680610" y="748890"/>
              <a:ext cx="298800" cy="68652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81BFB53B-08DB-D84C-752A-BFF5168524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662610" y="730890"/>
                <a:ext cx="334440" cy="72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8CCA7328-C1B6-014A-BBD1-CD00A0BFEFB1}"/>
              </a:ext>
            </a:extLst>
          </p:cNvPr>
          <p:cNvGrpSpPr/>
          <p:nvPr/>
        </p:nvGrpSpPr>
        <p:grpSpPr>
          <a:xfrm>
            <a:off x="5930770" y="152370"/>
            <a:ext cx="1848960" cy="1914840"/>
            <a:chOff x="5930770" y="152370"/>
            <a:chExt cx="1848960" cy="19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3AF56D0-2413-C706-D934-3B765A4478A4}"/>
                    </a:ext>
                  </a:extLst>
                </p14:cNvPr>
                <p14:cNvContentPartPr/>
                <p14:nvPr/>
              </p14:nvContentPartPr>
              <p14:xfrm>
                <a:off x="6629170" y="425250"/>
                <a:ext cx="220320" cy="3020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3AF56D0-2413-C706-D934-3B765A4478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11530" y="407610"/>
                  <a:ext cx="255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BE31FDD-032F-0B30-1DA3-E1270E863C30}"/>
                    </a:ext>
                  </a:extLst>
                </p14:cNvPr>
                <p14:cNvContentPartPr/>
                <p14:nvPr/>
              </p14:nvContentPartPr>
              <p14:xfrm>
                <a:off x="6639970" y="406170"/>
                <a:ext cx="173880" cy="37584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BE31FDD-032F-0B30-1DA3-E1270E863C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22330" y="388170"/>
                  <a:ext cx="209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DECAE1ED-69B9-5A12-66A0-0651A6F5D25A}"/>
                    </a:ext>
                  </a:extLst>
                </p14:cNvPr>
                <p14:cNvContentPartPr/>
                <p14:nvPr/>
              </p14:nvContentPartPr>
              <p14:xfrm>
                <a:off x="6907450" y="654570"/>
                <a:ext cx="168480" cy="1018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DECAE1ED-69B9-5A12-66A0-0651A6F5D25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89450" y="636930"/>
                  <a:ext cx="204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5AE8B75-D16D-0098-8BBB-CF317558576E}"/>
                    </a:ext>
                  </a:extLst>
                </p14:cNvPr>
                <p14:cNvContentPartPr/>
                <p14:nvPr/>
              </p14:nvContentPartPr>
              <p14:xfrm>
                <a:off x="6004210" y="285930"/>
                <a:ext cx="212400" cy="64080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5AE8B75-D16D-0098-8BBB-CF31755857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86570" y="267930"/>
                  <a:ext cx="24804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E6CE1848-ACBD-AF86-407D-039A247210FA}"/>
                    </a:ext>
                  </a:extLst>
                </p14:cNvPr>
                <p14:cNvContentPartPr/>
                <p14:nvPr/>
              </p14:nvContentPartPr>
              <p14:xfrm>
                <a:off x="5930770" y="615330"/>
                <a:ext cx="286200" cy="1724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E6CE1848-ACBD-AF86-407D-039A247210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13130" y="597690"/>
                  <a:ext cx="321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1BECDE7-7E1F-48DC-7AB1-F8BA502A48B4}"/>
                    </a:ext>
                  </a:extLst>
                </p14:cNvPr>
                <p14:cNvContentPartPr/>
                <p14:nvPr/>
              </p14:nvContentPartPr>
              <p14:xfrm>
                <a:off x="6356290" y="380610"/>
                <a:ext cx="218880" cy="5583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1BECDE7-7E1F-48DC-7AB1-F8BA502A48B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38650" y="362970"/>
                  <a:ext cx="2545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427693C6-E476-5194-7CAC-077DADDB22D5}"/>
                    </a:ext>
                  </a:extLst>
                </p14:cNvPr>
                <p14:cNvContentPartPr/>
                <p14:nvPr/>
              </p14:nvContentPartPr>
              <p14:xfrm>
                <a:off x="7099330" y="152370"/>
                <a:ext cx="338400" cy="6775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427693C6-E476-5194-7CAC-077DADDB22D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81330" y="134370"/>
                  <a:ext cx="37404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613F5A0-6F9B-C2F9-2AC1-4E7CD4C536DC}"/>
                    </a:ext>
                  </a:extLst>
                </p14:cNvPr>
                <p14:cNvContentPartPr/>
                <p14:nvPr/>
              </p14:nvContentPartPr>
              <p14:xfrm>
                <a:off x="7028410" y="933210"/>
                <a:ext cx="194040" cy="4280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613F5A0-6F9B-C2F9-2AC1-4E7CD4C536D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10770" y="915570"/>
                  <a:ext cx="2296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362290A-8FC0-5EC5-F013-092EE589B390}"/>
                    </a:ext>
                  </a:extLst>
                </p14:cNvPr>
                <p14:cNvContentPartPr/>
                <p14:nvPr/>
              </p14:nvContentPartPr>
              <p14:xfrm>
                <a:off x="7079890" y="1215810"/>
                <a:ext cx="232200" cy="1623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362290A-8FC0-5EC5-F013-092EE589B3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62250" y="1198170"/>
                  <a:ext cx="267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3E336EE-B47C-3902-6CCE-D03FAB4AAEA4}"/>
                    </a:ext>
                  </a:extLst>
                </p14:cNvPr>
                <p14:cNvContentPartPr/>
                <p14:nvPr/>
              </p14:nvContentPartPr>
              <p14:xfrm>
                <a:off x="7219570" y="1648170"/>
                <a:ext cx="227160" cy="637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3E336EE-B47C-3902-6CCE-D03FAB4AAEA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01930" y="1630530"/>
                  <a:ext cx="262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29F7B66-6E47-06A3-D4C2-1B51B058B012}"/>
                    </a:ext>
                  </a:extLst>
                </p14:cNvPr>
                <p14:cNvContentPartPr/>
                <p14:nvPr/>
              </p14:nvContentPartPr>
              <p14:xfrm>
                <a:off x="7257010" y="1533330"/>
                <a:ext cx="153720" cy="2865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29F7B66-6E47-06A3-D4C2-1B51B058B01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39010" y="1515690"/>
                  <a:ext cx="189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E944BF85-C710-7FEC-00EB-6F8C0216F57E}"/>
                    </a:ext>
                  </a:extLst>
                </p14:cNvPr>
                <p14:cNvContentPartPr/>
                <p14:nvPr/>
              </p14:nvContentPartPr>
              <p14:xfrm>
                <a:off x="7549690" y="1599930"/>
                <a:ext cx="65880" cy="27000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E944BF85-C710-7FEC-00EB-6F8C0216F57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32050" y="1582290"/>
                  <a:ext cx="1015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38075AFB-CFC0-C4C5-A2F8-8AFD4811F2D0}"/>
                    </a:ext>
                  </a:extLst>
                </p14:cNvPr>
                <p14:cNvContentPartPr/>
                <p14:nvPr/>
              </p14:nvContentPartPr>
              <p14:xfrm>
                <a:off x="6638890" y="1547370"/>
                <a:ext cx="263880" cy="5198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38075AFB-CFC0-C4C5-A2F8-8AFD4811F2D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20890" y="1529370"/>
                  <a:ext cx="2995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A2678FF-A800-3E30-CA01-D56D48081A74}"/>
                    </a:ext>
                  </a:extLst>
                </p14:cNvPr>
                <p14:cNvContentPartPr/>
                <p14:nvPr/>
              </p14:nvContentPartPr>
              <p14:xfrm>
                <a:off x="6673810" y="1900170"/>
                <a:ext cx="232200" cy="748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A2678FF-A800-3E30-CA01-D56D48081A7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56170" y="1882530"/>
                  <a:ext cx="267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06FCC35-E5FC-FA16-87EE-168C592D57FA}"/>
                    </a:ext>
                  </a:extLst>
                </p14:cNvPr>
                <p14:cNvContentPartPr/>
                <p14:nvPr/>
              </p14:nvContentPartPr>
              <p14:xfrm>
                <a:off x="7054690" y="1523610"/>
                <a:ext cx="20880" cy="51768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06FCC35-E5FC-FA16-87EE-168C592D57F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36690" y="1505970"/>
                  <a:ext cx="565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F18893F-C722-F252-A1D4-A85F9D32C7BB}"/>
                    </a:ext>
                  </a:extLst>
                </p14:cNvPr>
                <p14:cNvContentPartPr/>
                <p14:nvPr/>
              </p14:nvContentPartPr>
              <p14:xfrm>
                <a:off x="7563010" y="1180890"/>
                <a:ext cx="216720" cy="70200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F18893F-C722-F252-A1D4-A85F9D32C7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45010" y="1163250"/>
                  <a:ext cx="252360" cy="73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F541707-AF0B-F547-58B8-7CAC9E6936E2}"/>
              </a:ext>
            </a:extLst>
          </p:cNvPr>
          <p:cNvGrpSpPr/>
          <p:nvPr/>
        </p:nvGrpSpPr>
        <p:grpSpPr>
          <a:xfrm>
            <a:off x="6139930" y="1251450"/>
            <a:ext cx="375480" cy="216360"/>
            <a:chOff x="6139930" y="1251450"/>
            <a:chExt cx="37548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CDABF822-75D7-E385-F97A-76978C9D1671}"/>
                    </a:ext>
                  </a:extLst>
                </p14:cNvPr>
                <p14:cNvContentPartPr/>
                <p14:nvPr/>
              </p14:nvContentPartPr>
              <p14:xfrm>
                <a:off x="6139930" y="1251450"/>
                <a:ext cx="226800" cy="2163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CDABF822-75D7-E385-F97A-76978C9D16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22290" y="1233450"/>
                  <a:ext cx="262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B788A44D-BDA3-58BF-C14E-1EC16E82D637}"/>
                    </a:ext>
                  </a:extLst>
                </p14:cNvPr>
                <p14:cNvContentPartPr/>
                <p14:nvPr/>
              </p14:nvContentPartPr>
              <p14:xfrm>
                <a:off x="6419290" y="1264410"/>
                <a:ext cx="96120" cy="1926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B788A44D-BDA3-58BF-C14E-1EC16E82D63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01650" y="1246770"/>
                  <a:ext cx="13176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09DFA48-963F-22A4-AD99-768297670FF7}"/>
              </a:ext>
            </a:extLst>
          </p:cNvPr>
          <p:cNvGrpSpPr/>
          <p:nvPr/>
        </p:nvGrpSpPr>
        <p:grpSpPr>
          <a:xfrm>
            <a:off x="9931090" y="292050"/>
            <a:ext cx="1671120" cy="1900080"/>
            <a:chOff x="9931090" y="292050"/>
            <a:chExt cx="1671120" cy="19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94E069B-65C7-E2EF-CBA2-1C3B5587624D}"/>
                    </a:ext>
                  </a:extLst>
                </p14:cNvPr>
                <p14:cNvContentPartPr/>
                <p14:nvPr/>
              </p14:nvContentPartPr>
              <p14:xfrm>
                <a:off x="10902730" y="767970"/>
                <a:ext cx="138600" cy="270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94E069B-65C7-E2EF-CBA2-1C3B5587624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85090" y="750330"/>
                  <a:ext cx="174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A449C8D-3560-F436-3978-0A06A51EF01B}"/>
                    </a:ext>
                  </a:extLst>
                </p14:cNvPr>
                <p14:cNvContentPartPr/>
                <p14:nvPr/>
              </p14:nvContentPartPr>
              <p14:xfrm>
                <a:off x="11398090" y="551970"/>
                <a:ext cx="134280" cy="424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A449C8D-3560-F436-3978-0A06A51EF01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380090" y="534330"/>
                  <a:ext cx="1699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33D3008D-F20B-1277-B808-19B6583035BA}"/>
                    </a:ext>
                  </a:extLst>
                </p14:cNvPr>
                <p14:cNvContentPartPr/>
                <p14:nvPr/>
              </p14:nvContentPartPr>
              <p14:xfrm>
                <a:off x="11582410" y="1333530"/>
                <a:ext cx="19800" cy="3232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33D3008D-F20B-1277-B808-19B6583035B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564770" y="1315890"/>
                  <a:ext cx="55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1FDC95D-309B-43A1-3277-AC8C7471593A}"/>
                    </a:ext>
                  </a:extLst>
                </p14:cNvPr>
                <p14:cNvContentPartPr/>
                <p14:nvPr/>
              </p14:nvContentPartPr>
              <p14:xfrm>
                <a:off x="10979050" y="825210"/>
                <a:ext cx="360" cy="3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1FDC95D-309B-43A1-3277-AC8C7471593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961410" y="8072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CD5FAF7-9FA3-4E64-C985-56DB6F17038E}"/>
                    </a:ext>
                  </a:extLst>
                </p14:cNvPr>
                <p14:cNvContentPartPr/>
                <p14:nvPr/>
              </p14:nvContentPartPr>
              <p14:xfrm>
                <a:off x="10966090" y="1625490"/>
                <a:ext cx="3960" cy="75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CD5FAF7-9FA3-4E64-C985-56DB6F17038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48450" y="1607490"/>
                  <a:ext cx="39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69B592F-C549-FA25-80C9-1CCEF4CA9512}"/>
                    </a:ext>
                  </a:extLst>
                </p14:cNvPr>
                <p14:cNvContentPartPr/>
                <p14:nvPr/>
              </p14:nvContentPartPr>
              <p14:xfrm>
                <a:off x="10914250" y="1844730"/>
                <a:ext cx="324000" cy="302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69B592F-C549-FA25-80C9-1CCEF4CA951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96250" y="1826730"/>
                  <a:ext cx="3596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B1FEE50-4A63-B5E9-8F52-026BCDBED647}"/>
                    </a:ext>
                  </a:extLst>
                </p14:cNvPr>
                <p14:cNvContentPartPr/>
                <p14:nvPr/>
              </p14:nvContentPartPr>
              <p14:xfrm>
                <a:off x="10661170" y="1409490"/>
                <a:ext cx="360" cy="3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B1FEE50-4A63-B5E9-8F52-026BCDBED6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43530" y="13914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2F846CB-43F2-0C00-3082-FFD0FF2C3913}"/>
                    </a:ext>
                  </a:extLst>
                </p14:cNvPr>
                <p14:cNvContentPartPr/>
                <p14:nvPr/>
              </p14:nvContentPartPr>
              <p14:xfrm>
                <a:off x="10635970" y="1409490"/>
                <a:ext cx="3600" cy="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2F846CB-43F2-0C00-3082-FFD0FF2C391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617970" y="1391490"/>
                  <a:ext cx="39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66D9032-36E4-796D-3C40-AACAD76F539C}"/>
                    </a:ext>
                  </a:extLst>
                </p14:cNvPr>
                <p14:cNvContentPartPr/>
                <p14:nvPr/>
              </p14:nvContentPartPr>
              <p14:xfrm>
                <a:off x="10629490" y="1479330"/>
                <a:ext cx="104040" cy="68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66D9032-36E4-796D-3C40-AACAD76F539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11850" y="1461330"/>
                  <a:ext cx="139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FF6ECF5-26A4-E51B-7095-87A9359CB38D}"/>
                    </a:ext>
                  </a:extLst>
                </p14:cNvPr>
                <p14:cNvContentPartPr/>
                <p14:nvPr/>
              </p14:nvContentPartPr>
              <p14:xfrm>
                <a:off x="10165810" y="1635930"/>
                <a:ext cx="76680" cy="856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FF6ECF5-26A4-E51B-7095-87A9359CB38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148170" y="1618290"/>
                  <a:ext cx="112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63B1AC3-01DD-087B-7249-1111B011318C}"/>
                    </a:ext>
                  </a:extLst>
                </p14:cNvPr>
                <p14:cNvContentPartPr/>
                <p14:nvPr/>
              </p14:nvContentPartPr>
              <p14:xfrm>
                <a:off x="10214410" y="1948050"/>
                <a:ext cx="164880" cy="2440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63B1AC3-01DD-087B-7249-1111B011318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196410" y="1930050"/>
                  <a:ext cx="200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5264CFE-C4F9-F499-9FD6-BE4669E5A841}"/>
                    </a:ext>
                  </a:extLst>
                </p14:cNvPr>
                <p14:cNvContentPartPr/>
                <p14:nvPr/>
              </p14:nvContentPartPr>
              <p14:xfrm>
                <a:off x="10607530" y="1676250"/>
                <a:ext cx="10080" cy="118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5264CFE-C4F9-F499-9FD6-BE4669E5A84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589530" y="1658610"/>
                  <a:ext cx="45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D70D989-7156-86B7-805B-05ED79B3EEC5}"/>
                    </a:ext>
                  </a:extLst>
                </p14:cNvPr>
                <p14:cNvContentPartPr/>
                <p14:nvPr/>
              </p14:nvContentPartPr>
              <p14:xfrm>
                <a:off x="10628770" y="1828530"/>
                <a:ext cx="15120" cy="3099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D70D989-7156-86B7-805B-05ED79B3EEC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611130" y="1810530"/>
                  <a:ext cx="50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BE7846BE-7993-43CF-82FD-71213CE78388}"/>
                    </a:ext>
                  </a:extLst>
                </p14:cNvPr>
                <p14:cNvContentPartPr/>
                <p14:nvPr/>
              </p14:nvContentPartPr>
              <p14:xfrm>
                <a:off x="9931090" y="1599930"/>
                <a:ext cx="201960" cy="1551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BE7846BE-7993-43CF-82FD-71213CE7838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13450" y="1582290"/>
                  <a:ext cx="237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923FBC9-50F4-36C3-82FF-3841B4CCB38C}"/>
                    </a:ext>
                  </a:extLst>
                </p14:cNvPr>
                <p14:cNvContentPartPr/>
                <p14:nvPr/>
              </p14:nvContentPartPr>
              <p14:xfrm>
                <a:off x="10076890" y="1653930"/>
                <a:ext cx="110880" cy="2235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923FBC9-50F4-36C3-82FF-3841B4CCB38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58890" y="1636290"/>
                  <a:ext cx="146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5A835FB-517F-8A46-D955-3BF334EE8A90}"/>
                    </a:ext>
                  </a:extLst>
                </p14:cNvPr>
                <p14:cNvContentPartPr/>
                <p14:nvPr/>
              </p14:nvContentPartPr>
              <p14:xfrm>
                <a:off x="10247530" y="1676250"/>
                <a:ext cx="1440" cy="90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5A835FB-517F-8A46-D955-3BF334EE8A9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229530" y="1658610"/>
                  <a:ext cx="37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8FC9631-49F2-F550-A309-2DEB090B1F84}"/>
                    </a:ext>
                  </a:extLst>
                </p14:cNvPr>
                <p14:cNvContentPartPr/>
                <p14:nvPr/>
              </p14:nvContentPartPr>
              <p14:xfrm>
                <a:off x="10094170" y="1558530"/>
                <a:ext cx="303840" cy="2973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8FC9631-49F2-F550-A309-2DEB090B1F8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076530" y="1540890"/>
                  <a:ext cx="3394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99661F7-3E8C-A64E-307A-29C2A83DEEEA}"/>
                    </a:ext>
                  </a:extLst>
                </p14:cNvPr>
                <p14:cNvContentPartPr/>
                <p14:nvPr/>
              </p14:nvContentPartPr>
              <p14:xfrm>
                <a:off x="10283170" y="1786410"/>
                <a:ext cx="4320" cy="363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99661F7-3E8C-A64E-307A-29C2A83DEEE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65170" y="1768410"/>
                  <a:ext cx="39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DC958AE-C4F9-0D82-C6A6-E906CDB2E673}"/>
                    </a:ext>
                  </a:extLst>
                </p14:cNvPr>
                <p14:cNvContentPartPr/>
                <p14:nvPr/>
              </p14:nvContentPartPr>
              <p14:xfrm>
                <a:off x="10917130" y="799650"/>
                <a:ext cx="81360" cy="2718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DC958AE-C4F9-0D82-C6A6-E906CDB2E67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899130" y="782010"/>
                  <a:ext cx="117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67E4BE8-1B8E-5B66-9021-03CCE560CE17}"/>
                    </a:ext>
                  </a:extLst>
                </p14:cNvPr>
                <p14:cNvContentPartPr/>
                <p14:nvPr/>
              </p14:nvContentPartPr>
              <p14:xfrm>
                <a:off x="10835050" y="901530"/>
                <a:ext cx="236520" cy="21384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67E4BE8-1B8E-5B66-9021-03CCE560CE1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817410" y="883890"/>
                  <a:ext cx="272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AD86086-050B-7C6E-7599-D5BDFCA5ECEF}"/>
                    </a:ext>
                  </a:extLst>
                </p14:cNvPr>
                <p14:cNvContentPartPr/>
                <p14:nvPr/>
              </p14:nvContentPartPr>
              <p14:xfrm>
                <a:off x="10669450" y="1116090"/>
                <a:ext cx="152640" cy="1476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AD86086-050B-7C6E-7599-D5BDFCA5ECE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51810" y="1098090"/>
                  <a:ext cx="188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592A8841-D566-3316-5DCD-8DCEAC8ED92D}"/>
                    </a:ext>
                  </a:extLst>
                </p14:cNvPr>
                <p14:cNvContentPartPr/>
                <p14:nvPr/>
              </p14:nvContentPartPr>
              <p14:xfrm>
                <a:off x="10712290" y="1187010"/>
                <a:ext cx="29520" cy="579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592A8841-D566-3316-5DCD-8DCEAC8ED92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694290" y="1169370"/>
                  <a:ext cx="65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4582082-2319-3866-8907-E29802E9BD08}"/>
                    </a:ext>
                  </a:extLst>
                </p14:cNvPr>
                <p14:cNvContentPartPr/>
                <p14:nvPr/>
              </p14:nvContentPartPr>
              <p14:xfrm>
                <a:off x="10663690" y="1199970"/>
                <a:ext cx="74520" cy="4716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4582082-2319-3866-8907-E29802E9BD0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46050" y="1182330"/>
                  <a:ext cx="11016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F77FDD8F-F1FD-35BC-B5E9-3ABBF8A48AFA}"/>
                    </a:ext>
                  </a:extLst>
                </p14:cNvPr>
                <p14:cNvContentPartPr/>
                <p14:nvPr/>
              </p14:nvContentPartPr>
              <p14:xfrm>
                <a:off x="10654690" y="1631610"/>
                <a:ext cx="152640" cy="15444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F77FDD8F-F1FD-35BC-B5E9-3ABBF8A48AF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636690" y="1613970"/>
                  <a:ext cx="188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D6B8394-465F-15B8-C6EA-EF0878016647}"/>
                    </a:ext>
                  </a:extLst>
                </p14:cNvPr>
                <p14:cNvContentPartPr/>
                <p14:nvPr/>
              </p14:nvContentPartPr>
              <p14:xfrm>
                <a:off x="10686730" y="1473210"/>
                <a:ext cx="360" cy="3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D6B8394-465F-15B8-C6EA-EF08780166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69090" y="14555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5382127D-DB4C-43F7-3C26-D5E5EABDAFB0}"/>
                    </a:ext>
                  </a:extLst>
                </p14:cNvPr>
                <p14:cNvContentPartPr/>
                <p14:nvPr/>
              </p14:nvContentPartPr>
              <p14:xfrm>
                <a:off x="10416370" y="1523610"/>
                <a:ext cx="239040" cy="2322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5382127D-DB4C-43F7-3C26-D5E5EABDAFB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98370" y="1505970"/>
                  <a:ext cx="274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1F4949E-792B-6EC2-36E9-5737DFABE00A}"/>
                    </a:ext>
                  </a:extLst>
                </p14:cNvPr>
                <p14:cNvContentPartPr/>
                <p14:nvPr/>
              </p14:nvContentPartPr>
              <p14:xfrm>
                <a:off x="10391170" y="1688850"/>
                <a:ext cx="98280" cy="1454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1F4949E-792B-6EC2-36E9-5737DFABE00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73530" y="1670850"/>
                  <a:ext cx="133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CD58184-9820-42D6-B724-7547D7CB1A71}"/>
                    </a:ext>
                  </a:extLst>
                </p14:cNvPr>
                <p14:cNvContentPartPr/>
                <p14:nvPr/>
              </p14:nvContentPartPr>
              <p14:xfrm>
                <a:off x="10287850" y="1606050"/>
                <a:ext cx="80280" cy="979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CD58184-9820-42D6-B724-7547D7CB1A7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269850" y="1588410"/>
                  <a:ext cx="115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5F66AC5-3B6E-91D6-1A8B-2BC7776C9FC6}"/>
                    </a:ext>
                  </a:extLst>
                </p14:cNvPr>
                <p14:cNvContentPartPr/>
                <p14:nvPr/>
              </p14:nvContentPartPr>
              <p14:xfrm>
                <a:off x="10928290" y="292050"/>
                <a:ext cx="360" cy="2354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5F66AC5-3B6E-91D6-1A8B-2BC7776C9FC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10290" y="274050"/>
                  <a:ext cx="36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ED022ED-3C96-2DE5-C39E-B9E4663CB7BE}"/>
                    </a:ext>
                  </a:extLst>
                </p14:cNvPr>
                <p14:cNvContentPartPr/>
                <p14:nvPr/>
              </p14:nvContentPartPr>
              <p14:xfrm>
                <a:off x="10928290" y="533250"/>
                <a:ext cx="12960" cy="13680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ED022ED-3C96-2DE5-C39E-B9E4663CB7B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10290" y="515610"/>
                  <a:ext cx="48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F8E619E-8769-D786-48B4-A838982FF49E}"/>
                    </a:ext>
                  </a:extLst>
                </p14:cNvPr>
                <p14:cNvContentPartPr/>
                <p14:nvPr/>
              </p14:nvContentPartPr>
              <p14:xfrm>
                <a:off x="10940530" y="679410"/>
                <a:ext cx="360" cy="15768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F8E619E-8769-D786-48B4-A838982FF49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22890" y="661410"/>
                  <a:ext cx="36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4F5E7A5-B3D6-0A3C-0261-BB3EB8580602}"/>
                    </a:ext>
                  </a:extLst>
                </p14:cNvPr>
                <p14:cNvContentPartPr/>
                <p14:nvPr/>
              </p14:nvContentPartPr>
              <p14:xfrm>
                <a:off x="10893010" y="856890"/>
                <a:ext cx="35640" cy="950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4F5E7A5-B3D6-0A3C-0261-BB3EB85806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75010" y="838890"/>
                  <a:ext cx="71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D891C147-3524-D703-1A0E-164EE9427D19}"/>
                    </a:ext>
                  </a:extLst>
                </p14:cNvPr>
                <p14:cNvContentPartPr/>
                <p14:nvPr/>
              </p14:nvContentPartPr>
              <p14:xfrm>
                <a:off x="10890130" y="964890"/>
                <a:ext cx="360" cy="3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D891C147-3524-D703-1A0E-164EE9427D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72490" y="9472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A72A51D3-B77C-2BD9-9828-05C250052ACA}"/>
                    </a:ext>
                  </a:extLst>
                </p14:cNvPr>
                <p14:cNvContentPartPr/>
                <p14:nvPr/>
              </p14:nvContentPartPr>
              <p14:xfrm>
                <a:off x="10804090" y="1041210"/>
                <a:ext cx="42120" cy="547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A72A51D3-B77C-2BD9-9828-05C250052AC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786090" y="1023570"/>
                  <a:ext cx="77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BF133A4-E582-655B-4A2F-BEF943DEA8BB}"/>
                    </a:ext>
                  </a:extLst>
                </p14:cNvPr>
                <p14:cNvContentPartPr/>
                <p14:nvPr/>
              </p14:nvContentPartPr>
              <p14:xfrm>
                <a:off x="10682410" y="1238130"/>
                <a:ext cx="29880" cy="6984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BF133A4-E582-655B-4A2F-BEF943DEA8B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664770" y="1220130"/>
                  <a:ext cx="655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82F7B57F-502D-4CB0-FB2D-E2A3E9D0AF3D}"/>
                    </a:ext>
                  </a:extLst>
                </p14:cNvPr>
                <p14:cNvContentPartPr/>
                <p14:nvPr/>
              </p14:nvContentPartPr>
              <p14:xfrm>
                <a:off x="10611850" y="1454130"/>
                <a:ext cx="31320" cy="10584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82F7B57F-502D-4CB0-FB2D-E2A3E9D0AF3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593850" y="1436130"/>
                  <a:ext cx="66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27FDC3CB-A3A6-E24B-70C8-E912BF363F51}"/>
                    </a:ext>
                  </a:extLst>
                </p14:cNvPr>
                <p14:cNvContentPartPr/>
                <p14:nvPr/>
              </p14:nvContentPartPr>
              <p14:xfrm>
                <a:off x="10504930" y="1593810"/>
                <a:ext cx="99360" cy="11340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27FDC3CB-A3A6-E24B-70C8-E912BF363F5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487290" y="1575810"/>
                  <a:ext cx="1350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7A5F64FF-F230-5016-ACA0-21D4AFEBBD40}"/>
              </a:ext>
            </a:extLst>
          </p:cNvPr>
          <p:cNvGrpSpPr/>
          <p:nvPr/>
        </p:nvGrpSpPr>
        <p:grpSpPr>
          <a:xfrm>
            <a:off x="310810" y="1913490"/>
            <a:ext cx="1456920" cy="1170720"/>
            <a:chOff x="310810" y="1913490"/>
            <a:chExt cx="1456920" cy="11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B63E33CF-0730-40AB-EF82-48F8C872F02C}"/>
                    </a:ext>
                  </a:extLst>
                </p14:cNvPr>
                <p14:cNvContentPartPr/>
                <p14:nvPr/>
              </p14:nvContentPartPr>
              <p14:xfrm>
                <a:off x="310810" y="1913490"/>
                <a:ext cx="1437480" cy="114048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B63E33CF-0730-40AB-EF82-48F8C872F02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93170" y="1895490"/>
                  <a:ext cx="147312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A313FEAF-DD8A-A9AE-942B-2A46259815B8}"/>
                    </a:ext>
                  </a:extLst>
                </p14:cNvPr>
                <p14:cNvContentPartPr/>
                <p14:nvPr/>
              </p14:nvContentPartPr>
              <p14:xfrm>
                <a:off x="1695010" y="2133090"/>
                <a:ext cx="47520" cy="658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A313FEAF-DD8A-A9AE-942B-2A46259815B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677010" y="2115450"/>
                  <a:ext cx="83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F3F2474-E776-45E2-9C04-AEF9527ED332}"/>
                    </a:ext>
                  </a:extLst>
                </p14:cNvPr>
                <p14:cNvContentPartPr/>
                <p14:nvPr/>
              </p14:nvContentPartPr>
              <p14:xfrm>
                <a:off x="1727050" y="2164770"/>
                <a:ext cx="40680" cy="1933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F3F2474-E776-45E2-9C04-AEF9527ED33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709050" y="2147130"/>
                  <a:ext cx="76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31A80DA-AA94-00E6-7C5F-7F324D984C42}"/>
                    </a:ext>
                  </a:extLst>
                </p14:cNvPr>
                <p14:cNvContentPartPr/>
                <p14:nvPr/>
              </p14:nvContentPartPr>
              <p14:xfrm>
                <a:off x="1684210" y="2387610"/>
                <a:ext cx="81360" cy="1126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31A80DA-AA94-00E6-7C5F-7F324D984C4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666570" y="2369970"/>
                  <a:ext cx="117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28971C5C-03B1-8B96-A609-F4BF765384DC}"/>
                    </a:ext>
                  </a:extLst>
                </p14:cNvPr>
                <p14:cNvContentPartPr/>
                <p14:nvPr/>
              </p14:nvContentPartPr>
              <p14:xfrm>
                <a:off x="1496650" y="2698650"/>
                <a:ext cx="21240" cy="10008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28971C5C-03B1-8B96-A609-F4BF765384D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478650" y="2681010"/>
                  <a:ext cx="56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AE9529D1-82F8-8C16-15F5-756D35141B34}"/>
                    </a:ext>
                  </a:extLst>
                </p14:cNvPr>
                <p14:cNvContentPartPr/>
                <p14:nvPr/>
              </p14:nvContentPartPr>
              <p14:xfrm>
                <a:off x="1156090" y="2729970"/>
                <a:ext cx="133560" cy="1087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AE9529D1-82F8-8C16-15F5-756D35141B3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38090" y="2712330"/>
                  <a:ext cx="169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409A1CFB-0019-9F1F-6898-F6E73602CA5F}"/>
                    </a:ext>
                  </a:extLst>
                </p14:cNvPr>
                <p14:cNvContentPartPr/>
                <p14:nvPr/>
              </p14:nvContentPartPr>
              <p14:xfrm>
                <a:off x="323770" y="2171250"/>
                <a:ext cx="45720" cy="684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409A1CFB-0019-9F1F-6898-F6E73602CA5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06130" y="2153610"/>
                  <a:ext cx="81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C0728996-AB96-7DDB-A0E9-3D12F438593C}"/>
                    </a:ext>
                  </a:extLst>
                </p14:cNvPr>
                <p14:cNvContentPartPr/>
                <p14:nvPr/>
              </p14:nvContentPartPr>
              <p14:xfrm>
                <a:off x="406570" y="2222370"/>
                <a:ext cx="92880" cy="1098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C0728996-AB96-7DDB-A0E9-3D12F438593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88570" y="2204730"/>
                  <a:ext cx="128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B51EA624-25DF-C81A-842C-419F1680F5A7}"/>
                    </a:ext>
                  </a:extLst>
                </p14:cNvPr>
                <p14:cNvContentPartPr/>
                <p14:nvPr/>
              </p14:nvContentPartPr>
              <p14:xfrm>
                <a:off x="520690" y="2482650"/>
                <a:ext cx="8640" cy="356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B51EA624-25DF-C81A-842C-419F1680F5A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02690" y="2465010"/>
                  <a:ext cx="44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3352BF5D-F10A-40A2-96C1-DCEF2342FA27}"/>
                    </a:ext>
                  </a:extLst>
                </p14:cNvPr>
                <p14:cNvContentPartPr/>
                <p14:nvPr/>
              </p14:nvContentPartPr>
              <p14:xfrm>
                <a:off x="571450" y="2742930"/>
                <a:ext cx="360" cy="3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3352BF5D-F10A-40A2-96C1-DCEF2342FA2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3810" y="27249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DFA1D46-67BB-7908-DF95-5659245016B4}"/>
                    </a:ext>
                  </a:extLst>
                </p14:cNvPr>
                <p14:cNvContentPartPr/>
                <p14:nvPr/>
              </p14:nvContentPartPr>
              <p14:xfrm>
                <a:off x="641290" y="3016170"/>
                <a:ext cx="1440" cy="144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DFA1D46-67BB-7908-DF95-5659245016B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3290" y="2998170"/>
                  <a:ext cx="37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4B5C89A0-72E3-7AFB-E7C5-AA6C55D8C5F5}"/>
                    </a:ext>
                  </a:extLst>
                </p14:cNvPr>
                <p14:cNvContentPartPr/>
                <p14:nvPr/>
              </p14:nvContentPartPr>
              <p14:xfrm>
                <a:off x="774130" y="2954970"/>
                <a:ext cx="57600" cy="12924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4B5C89A0-72E3-7AFB-E7C5-AA6C55D8C5F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6130" y="2937330"/>
                  <a:ext cx="93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F93168D2-AD4B-B14A-2B79-2A34EC59950A}"/>
                    </a:ext>
                  </a:extLst>
                </p14:cNvPr>
                <p14:cNvContentPartPr/>
                <p14:nvPr/>
              </p14:nvContentPartPr>
              <p14:xfrm>
                <a:off x="533650" y="2184210"/>
                <a:ext cx="1212840" cy="8114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F93168D2-AD4B-B14A-2B79-2A34EC59950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15650" y="2166210"/>
                  <a:ext cx="1248480" cy="84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921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BF09-B9B1-DDED-9201-230B0DAE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Gradient Descent Convergence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4524774-FCF8-D596-1932-F13F8BC10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15" y="1690688"/>
            <a:ext cx="1095747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3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5571-21B2-7E92-38FF-C6487B37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336550"/>
            <a:ext cx="11249025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 Stronger Statement – Online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0F975-122E-B958-D9D9-93704B7FF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99804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Suppose we even allow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to change at each time step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0F975-122E-B958-D9D9-93704B7FF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99804"/>
                <a:ext cx="10515600" cy="4351338"/>
              </a:xfrm>
              <a:blipFill>
                <a:blip r:embed="rId2"/>
                <a:stretch>
                  <a:fillRect l="-98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Text, letter&#10;&#10;Description automatically generated">
            <a:extLst>
              <a:ext uri="{FF2B5EF4-FFF2-40B4-BE49-F238E27FC236}">
                <a16:creationId xmlns:a16="http://schemas.microsoft.com/office/drawing/2014/main" id="{3366B900-F086-5466-2873-5D022D823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07" y="2008162"/>
            <a:ext cx="11002305" cy="2949738"/>
          </a:xfrm>
          <a:prstGeom prst="rect">
            <a:avLst/>
          </a:prstGeom>
        </p:spPr>
      </p:pic>
      <p:pic>
        <p:nvPicPr>
          <p:cNvPr id="14" name="Picture 13" descr="Text, Word&#10;&#10;Description automatically generated">
            <a:extLst>
              <a:ext uri="{FF2B5EF4-FFF2-40B4-BE49-F238E27FC236}">
                <a16:creationId xmlns:a16="http://schemas.microsoft.com/office/drawing/2014/main" id="{7E3C8EDA-C1E6-0068-CF23-236B271A8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00" y="4971787"/>
            <a:ext cx="1089812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5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20808F29-4F9A-93D9-B0D1-D15FBA83F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39" y="191108"/>
            <a:ext cx="10717121" cy="1838582"/>
          </a:xfrm>
          <a:prstGeom prst="rect">
            <a:avLst/>
          </a:prstGeom>
        </p:spPr>
      </p:pic>
      <p:pic>
        <p:nvPicPr>
          <p:cNvPr id="14" name="Picture 13" descr="Text, letter&#10;&#10;Description automatically generated">
            <a:extLst>
              <a:ext uri="{FF2B5EF4-FFF2-40B4-BE49-F238E27FC236}">
                <a16:creationId xmlns:a16="http://schemas.microsoft.com/office/drawing/2014/main" id="{3271D272-486E-D90A-5111-6D39AD626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37" y="2176990"/>
            <a:ext cx="8555182" cy="534568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CE494F4-6910-892D-1EE8-8097A28F8E9D}"/>
              </a:ext>
            </a:extLst>
          </p:cNvPr>
          <p:cNvSpPr/>
          <p:nvPr/>
        </p:nvSpPr>
        <p:spPr>
          <a:xfrm>
            <a:off x="2938409" y="3429000"/>
            <a:ext cx="1335640" cy="392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4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69759DB6-441F-0BFA-21A0-B47DBC22A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368" y="222066"/>
            <a:ext cx="8555182" cy="5345686"/>
          </a:xfrm>
          <a:prstGeom prst="rect">
            <a:avLst/>
          </a:prstGeo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3B3E6C2-3D44-C155-9D8A-85A757DDB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357" y="4905672"/>
            <a:ext cx="9762052" cy="1568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CD42D7-402C-D853-EA32-9208743F1575}"/>
              </a:ext>
            </a:extLst>
          </p:cNvPr>
          <p:cNvSpPr/>
          <p:nvPr/>
        </p:nvSpPr>
        <p:spPr>
          <a:xfrm>
            <a:off x="3905361" y="1442545"/>
            <a:ext cx="1335640" cy="392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C9DC-F1D0-B5A6-2B13-B790548B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87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Constrained Minimization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AB281AE-B312-C264-06EB-16531C2EF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89" y="1283764"/>
            <a:ext cx="10127518" cy="54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50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D70F9392-042C-AB68-7B81-8ED9934C2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577" y="-2113310"/>
            <a:ext cx="8940911" cy="85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9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142</Words>
  <Application>Microsoft Office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Gradient Descent</vt:lpstr>
      <vt:lpstr>Convexity</vt:lpstr>
      <vt:lpstr>PowerPoint Presentation</vt:lpstr>
      <vt:lpstr>PowerPoint Presentation</vt:lpstr>
      <vt:lpstr>Gradients</vt:lpstr>
      <vt:lpstr>Minimizing a Function</vt:lpstr>
      <vt:lpstr>Gradient Descent</vt:lpstr>
      <vt:lpstr>Gradient Descent Convergence</vt:lpstr>
      <vt:lpstr>A Stronger Statement – Online Gradient Descent</vt:lpstr>
      <vt:lpstr>PowerPoint Presentation</vt:lpstr>
      <vt:lpstr>PowerPoint Presentation</vt:lpstr>
      <vt:lpstr>Constrained Minimization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Big Data Algorithm Models and Applications</dc:title>
  <dc:creator>David Woodruff</dc:creator>
  <cp:lastModifiedBy>David Woodruff</cp:lastModifiedBy>
  <cp:revision>20</cp:revision>
  <dcterms:created xsi:type="dcterms:W3CDTF">2023-05-06T20:23:58Z</dcterms:created>
  <dcterms:modified xsi:type="dcterms:W3CDTF">2025-03-28T15:05:39Z</dcterms:modified>
</cp:coreProperties>
</file>